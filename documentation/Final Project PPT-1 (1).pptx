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0" r:id="rId2"/>
    <p:sldId id="271" r:id="rId3"/>
    <p:sldId id="273" r:id="rId4"/>
    <p:sldId id="259" r:id="rId5"/>
    <p:sldId id="262" r:id="rId6"/>
    <p:sldId id="256" r:id="rId7"/>
    <p:sldId id="276" r:id="rId8"/>
    <p:sldId id="266" r:id="rId9"/>
    <p:sldId id="267" r:id="rId10"/>
    <p:sldId id="277" r:id="rId11"/>
    <p:sldId id="274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5166"/>
    <a:srgbClr val="333F50"/>
    <a:srgbClr val="2D60EF"/>
    <a:srgbClr val="E49580"/>
    <a:srgbClr val="84B4E0"/>
    <a:srgbClr val="2F8FF9"/>
    <a:srgbClr val="5C91DE"/>
    <a:srgbClr val="5A8FDC"/>
    <a:srgbClr val="8631C5"/>
    <a:srgbClr val="111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3" autoAdjust="0"/>
    <p:restoredTop sz="94660"/>
  </p:normalViewPr>
  <p:slideViewPr>
    <p:cSldViewPr snapToGrid="0">
      <p:cViewPr>
        <p:scale>
          <a:sx n="66" d="100"/>
          <a:sy n="66" d="100"/>
        </p:scale>
        <p:origin x="1358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F9FF5-F66A-4BA6-BFD5-DF9B1C80C5D8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1A79C4-2609-4B10-81C6-16E42DC4802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978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A79C4-2609-4B10-81C6-16E42DC48028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0191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A79C4-2609-4B10-81C6-16E42DC48028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6549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59C62-6212-F84C-84D4-8D2EAB1822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2CF0F6-7AB1-D119-8420-4CDC1BDB4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560EE-1815-1F07-5CB7-689BBF50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1AF94-9FBF-D0C2-0121-347486E07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2C9F1-464F-A424-7867-D870921D1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3869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9DB84-6715-CA32-BE08-BA1A7DDBD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F194B-5D40-C5DD-3938-CB9DF6FDC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D85CE-905A-C7A5-1CD5-E49133655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48D7B-34C0-CAE1-919A-8D4EDE6D0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0BF28-3CF6-A136-679F-170EDAE10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7241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A80C7-7101-5D9A-5048-3C691DDB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430AD-8488-65A0-9022-E6B7FA432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B4315-D376-AA6A-9185-77C2B3B0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303C1-7923-AEB4-96D0-6822D0AE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F7053-FAAB-2180-700F-17311326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7527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A84B-88B7-2BA0-4492-32F8634A8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14F5B-7355-50A0-3E35-76963D239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64C45-EA2F-AC76-0DB6-0EA3AEC21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240F0-AD86-5F9D-62A6-827A6D705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AAA0D-68B6-DBE7-29B1-D879A2960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6D5C5-8306-DF28-EF85-5A1FA0AB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00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EA33B-A3AA-168A-4C33-7E8E8EAA1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169D3-3CBF-B876-D1F7-3A2B5CF3B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D080F-E164-8125-C31C-AC5A950E18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93EE31-1F11-EDAB-710D-65A7E9324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A2279-B931-E881-E21A-B3EE4B3205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B1EE17-D173-69A5-5541-BDB06887A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60989C-EE86-6C20-9078-93216C45F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70670-2BFC-6029-FDC4-8C8271D45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0204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28F8-40E6-47ED-553F-CED26FED9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7F250-C0A9-615E-6B90-432172E01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520E7F-9231-D38C-7A22-B083D8DD6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EECEA0-934D-9D08-E8B5-8584C225F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255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900A8E-F5B0-34E1-7D76-4F111336B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DA08F1-A69E-586F-F6CA-BE7721503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42390-F841-3DF1-3F12-8F7FC4DF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402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66D97-AF26-7755-86F0-56BAD8AED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4D69E-D1EE-5B6F-7581-2D59DFDD6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AFB5E-FB11-A244-5336-6B805B944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D1815-AC9F-4C2E-848B-049B064CC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4EC32-40DF-0CD1-0EB2-0718B4FA7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C82F7-7C94-02FF-324D-714973434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326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8065-4037-512A-D109-4D7F5240C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EA0302-0377-ECB0-E3CA-5916B5BBF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D5205-6AE4-CD35-04DE-F903A7429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E37FF-D846-BAB2-D319-7BBE67C06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EF019-642A-2670-1603-6032F4EC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07266-C21D-35CE-1926-3B699B640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013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C195-D16C-905C-02E5-3FA690EF1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84BADC-6C01-D853-B695-3F43A4F9F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E6923-E1B5-875F-4B5F-6E15D2A0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E700B-833D-C252-2EC7-5EAF4184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5BD5A-DD62-362D-02D6-E8641867F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8969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F84DC6-E825-C9EB-F01B-09B777212A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E1A39-34EB-5C90-88BB-ED70B490C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27E93-DD25-49FA-EA20-ACCC0C4B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299F-B7BB-452C-A595-C258CCFC1EB2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5E08C-EBF4-C043-D840-052A6CF64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97232-F8DE-7537-EE26-B3754CAE7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979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25000"/>
              </a:schemeClr>
            </a:gs>
            <a:gs pos="68000">
              <a:schemeClr val="tx2">
                <a:lumMod val="2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EDDA87-E036-397D-5ECE-6312E4581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CF215-FA88-E821-3885-392B3431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CF4E3-E77C-B9A0-3BBC-2CAEFB3495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1299F-B7BB-452C-A595-C258CCFC1EB2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512F1-9234-A97A-5464-0CD49AB93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04966-6F00-7217-BD34-581CBD3A0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6F5A8-C6C9-4267-A052-BE4974E2D23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2651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 /><Relationship Id="rId2" Type="http://schemas.openxmlformats.org/officeDocument/2006/relationships/image" Target="../media/image2.sv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.sv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60.png" /><Relationship Id="rId5" Type="http://schemas.openxmlformats.org/officeDocument/2006/relationships/slide" Target="slide4.xml" /><Relationship Id="rId4" Type="http://schemas.openxmlformats.org/officeDocument/2006/relationships/image" Target="../media/image6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 /><Relationship Id="rId2" Type="http://schemas.openxmlformats.org/officeDocument/2006/relationships/image" Target="../media/image7.sv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9.sv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 /><Relationship Id="rId2" Type="http://schemas.openxmlformats.org/officeDocument/2006/relationships/image" Target="../media/image9.sv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 /><Relationship Id="rId2" Type="http://schemas.openxmlformats.org/officeDocument/2006/relationships/image" Target="../media/image10.sv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 /><Relationship Id="rId2" Type="http://schemas.openxmlformats.org/officeDocument/2006/relationships/image" Target="../media/image11.sv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3.svg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AA713-65A4-D049-B07E-0D3B3B720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MSBTE Exam APK for Android Download">
            <a:extLst>
              <a:ext uri="{FF2B5EF4-FFF2-40B4-BE49-F238E27FC236}">
                <a16:creationId xmlns:a16="http://schemas.microsoft.com/office/drawing/2014/main" id="{9F8DDFDA-1BE6-C7C3-B6CE-0F0559B3E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279" y="90468"/>
            <a:ext cx="1373441" cy="137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389C36-47AD-80CC-1D54-128E944DE812}"/>
              </a:ext>
            </a:extLst>
          </p:cNvPr>
          <p:cNvSpPr txBox="1"/>
          <p:nvPr/>
        </p:nvSpPr>
        <p:spPr>
          <a:xfrm>
            <a:off x="1634835" y="1477054"/>
            <a:ext cx="8922329" cy="489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MAHARASHTRA STATE BOARD OF TECHNICAL EDUCATION 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1F104A-D993-1D86-044C-64E25F9B6C74}"/>
              </a:ext>
            </a:extLst>
          </p:cNvPr>
          <p:cNvSpPr txBox="1"/>
          <p:nvPr/>
        </p:nvSpPr>
        <p:spPr>
          <a:xfrm>
            <a:off x="3562301" y="1933723"/>
            <a:ext cx="5067396" cy="489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GOVERN POLYTECHNIC, JINTUR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1C6BC14-7F3A-8146-F43E-8B7DC2795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370234"/>
              </p:ext>
            </p:extLst>
          </p:nvPr>
        </p:nvGraphicFramePr>
        <p:xfrm>
          <a:off x="2401454" y="2633940"/>
          <a:ext cx="7389092" cy="1011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273">
                  <a:extLst>
                    <a:ext uri="{9D8B030D-6E8A-4147-A177-3AD203B41FA5}">
                      <a16:colId xmlns:a16="http://schemas.microsoft.com/office/drawing/2014/main" val="2107357157"/>
                    </a:ext>
                  </a:extLst>
                </a:gridCol>
                <a:gridCol w="1847273">
                  <a:extLst>
                    <a:ext uri="{9D8B030D-6E8A-4147-A177-3AD203B41FA5}">
                      <a16:colId xmlns:a16="http://schemas.microsoft.com/office/drawing/2014/main" val="4145978512"/>
                    </a:ext>
                  </a:extLst>
                </a:gridCol>
                <a:gridCol w="1847273">
                  <a:extLst>
                    <a:ext uri="{9D8B030D-6E8A-4147-A177-3AD203B41FA5}">
                      <a16:colId xmlns:a16="http://schemas.microsoft.com/office/drawing/2014/main" val="1830306956"/>
                    </a:ext>
                  </a:extLst>
                </a:gridCol>
                <a:gridCol w="1847273">
                  <a:extLst>
                    <a:ext uri="{9D8B030D-6E8A-4147-A177-3AD203B41FA5}">
                      <a16:colId xmlns:a16="http://schemas.microsoft.com/office/drawing/2014/main" val="3358156408"/>
                    </a:ext>
                  </a:extLst>
                </a:gridCol>
              </a:tblGrid>
              <a:tr h="337127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Course :</a:t>
                      </a:r>
                    </a:p>
                  </a:txBody>
                  <a:tcPr marL="83127" marR="83127" marT="41564" marB="4156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</a:rPr>
                        <a:t>CO-6K</a:t>
                      </a:r>
                    </a:p>
                  </a:txBody>
                  <a:tcPr marL="83127" marR="83127" marT="41564" marB="4156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Academic Year :</a:t>
                      </a:r>
                    </a:p>
                  </a:txBody>
                  <a:tcPr marL="83127" marR="83127" marT="41564" marB="4156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</a:rPr>
                        <a:t>2025-26</a:t>
                      </a:r>
                    </a:p>
                  </a:txBody>
                  <a:tcPr marL="83127" marR="83127" marT="41564" marB="4156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923275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Project Title :</a:t>
                      </a:r>
                    </a:p>
                  </a:txBody>
                  <a:tcPr marL="83127" marR="83127" marT="41564" marB="4156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</a:rPr>
                        <a:t>Collage Resources Sharing Platform Website</a:t>
                      </a:r>
                    </a:p>
                  </a:txBody>
                  <a:tcPr marL="83127" marR="83127" marT="41564" marB="4156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286522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Project Guide :</a:t>
                      </a:r>
                    </a:p>
                  </a:txBody>
                  <a:tcPr marL="83127" marR="83127" marT="41564" marB="4156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</a:rPr>
                        <a:t>R.D.KOKARE Sir</a:t>
                      </a:r>
                    </a:p>
                  </a:txBody>
                  <a:tcPr marL="83127" marR="83127" marT="41564" marB="4156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6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41564" marB="4156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6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41564" marB="4156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68532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E348595-160E-D9DF-A246-1072359A2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404870"/>
              </p:ext>
            </p:extLst>
          </p:nvPr>
        </p:nvGraphicFramePr>
        <p:xfrm>
          <a:off x="2401455" y="3936237"/>
          <a:ext cx="7389090" cy="1597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368">
                  <a:extLst>
                    <a:ext uri="{9D8B030D-6E8A-4147-A177-3AD203B41FA5}">
                      <a16:colId xmlns:a16="http://schemas.microsoft.com/office/drawing/2014/main" val="2128193335"/>
                    </a:ext>
                  </a:extLst>
                </a:gridCol>
                <a:gridCol w="3893692">
                  <a:extLst>
                    <a:ext uri="{9D8B030D-6E8A-4147-A177-3AD203B41FA5}">
                      <a16:colId xmlns:a16="http://schemas.microsoft.com/office/drawing/2014/main" val="3333589390"/>
                    </a:ext>
                  </a:extLst>
                </a:gridCol>
                <a:gridCol w="2463030">
                  <a:extLst>
                    <a:ext uri="{9D8B030D-6E8A-4147-A177-3AD203B41FA5}">
                      <a16:colId xmlns:a16="http://schemas.microsoft.com/office/drawing/2014/main" val="2504527129"/>
                    </a:ext>
                  </a:extLst>
                </a:gridCol>
              </a:tblGrid>
              <a:tr h="306479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SR. NO.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ROLL NO.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526746"/>
                  </a:ext>
                </a:extLst>
              </a:tr>
              <a:tr h="306479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SANKET KAILAS ADMANE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305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987708"/>
                  </a:ext>
                </a:extLst>
              </a:tr>
              <a:tr h="306479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ADITYA RAMPRASAD AMBHURE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306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646962"/>
                  </a:ext>
                </a:extLst>
              </a:tr>
              <a:tr h="306479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GAJANAN SANJAY CHAVAN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312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459351"/>
                  </a:ext>
                </a:extLst>
              </a:tr>
              <a:tr h="306479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BHARGAV MOHAN KOTHEKAR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326</a:t>
                      </a:r>
                    </a:p>
                  </a:txBody>
                  <a:tcPr marL="83128" marR="83128" marT="37785" marB="377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12848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20389AF-46B3-FC53-5CDB-E9C58559D080}"/>
              </a:ext>
            </a:extLst>
          </p:cNvPr>
          <p:cNvSpPr txBox="1"/>
          <p:nvPr/>
        </p:nvSpPr>
        <p:spPr>
          <a:xfrm>
            <a:off x="2401454" y="5815948"/>
            <a:ext cx="7373825" cy="675925"/>
          </a:xfrm>
          <a:prstGeom prst="roundRect">
            <a:avLst>
              <a:gd name="adj" fmla="val 32079"/>
            </a:avLst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just"/>
            <a:r>
              <a:rPr lang="en-US" sz="1600" dirty="0"/>
              <a:t>Website link : https://collegeportalproject.vercel.app/ </a:t>
            </a:r>
          </a:p>
          <a:p>
            <a:pPr algn="just"/>
            <a:r>
              <a:rPr lang="en-US" sz="1600" dirty="0" err="1"/>
              <a:t>Github</a:t>
            </a:r>
            <a:r>
              <a:rPr lang="en-US" sz="1600" dirty="0"/>
              <a:t> Repo Link : https://github.com/adityapatil-96k/collegeportalproject.git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49787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E67E1-36EA-4042-1E5A-EF74A40B8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88A02DC-D866-70A0-E224-BF49DCEFF578}"/>
              </a:ext>
            </a:extLst>
          </p:cNvPr>
          <p:cNvGrpSpPr/>
          <p:nvPr/>
        </p:nvGrpSpPr>
        <p:grpSpPr>
          <a:xfrm>
            <a:off x="4590146" y="1295672"/>
            <a:ext cx="7439310" cy="1491542"/>
            <a:chOff x="758292" y="4364499"/>
            <a:chExt cx="6763006" cy="1078786"/>
          </a:xfrm>
          <a:solidFill>
            <a:srgbClr val="425166">
              <a:alpha val="50000"/>
            </a:srgbClr>
          </a:solidFill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8F799320-DBA9-C6CC-CBBA-4716FCC1DF47}"/>
                </a:ext>
              </a:extLst>
            </p:cNvPr>
            <p:cNvGrpSpPr/>
            <p:nvPr/>
          </p:nvGrpSpPr>
          <p:grpSpPr>
            <a:xfrm>
              <a:off x="758292" y="4364499"/>
              <a:ext cx="6763006" cy="1078786"/>
              <a:chOff x="1543864" y="4310560"/>
              <a:chExt cx="5081148" cy="1186665"/>
            </a:xfrm>
            <a:grpFill/>
          </p:grpSpPr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C9979379-B578-DBFA-2F01-7C63F75A6E48}"/>
                  </a:ext>
                </a:extLst>
              </p:cNvPr>
              <p:cNvGrpSpPr/>
              <p:nvPr/>
            </p:nvGrpSpPr>
            <p:grpSpPr>
              <a:xfrm>
                <a:off x="1543864" y="4310560"/>
                <a:ext cx="3739791" cy="1186665"/>
                <a:chOff x="1543864" y="4310560"/>
                <a:chExt cx="3739791" cy="1186665"/>
              </a:xfrm>
              <a:grpFill/>
            </p:grpSpPr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236EF943-578C-C02F-2A4B-29EF4D9E9297}"/>
                    </a:ext>
                  </a:extLst>
                </p:cNvPr>
                <p:cNvSpPr/>
                <p:nvPr/>
              </p:nvSpPr>
              <p:spPr>
                <a:xfrm>
                  <a:off x="1543864" y="4724095"/>
                  <a:ext cx="719190" cy="359595"/>
                </a:xfrm>
                <a:custGeom>
                  <a:avLst/>
                  <a:gdLst>
                    <a:gd name="csX0" fmla="*/ 0 w 719190"/>
                    <a:gd name="csY0" fmla="*/ 35960 h 359595"/>
                    <a:gd name="csX1" fmla="*/ 35960 w 719190"/>
                    <a:gd name="csY1" fmla="*/ 0 h 359595"/>
                    <a:gd name="csX2" fmla="*/ 683231 w 719190"/>
                    <a:gd name="csY2" fmla="*/ 0 h 359595"/>
                    <a:gd name="csX3" fmla="*/ 719191 w 719190"/>
                    <a:gd name="csY3" fmla="*/ 35960 h 359595"/>
                    <a:gd name="csX4" fmla="*/ 719190 w 719190"/>
                    <a:gd name="csY4" fmla="*/ 323636 h 359595"/>
                    <a:gd name="csX5" fmla="*/ 683230 w 719190"/>
                    <a:gd name="csY5" fmla="*/ 359596 h 359595"/>
                    <a:gd name="csX6" fmla="*/ 35960 w 719190"/>
                    <a:gd name="csY6" fmla="*/ 359595 h 359595"/>
                    <a:gd name="csX7" fmla="*/ 0 w 719190"/>
                    <a:gd name="csY7" fmla="*/ 323635 h 359595"/>
                    <a:gd name="csX8" fmla="*/ 0 w 719190"/>
                    <a:gd name="csY8" fmla="*/ 35960 h 3595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719190" h="359595">
                      <a:moveTo>
                        <a:pt x="0" y="35960"/>
                      </a:moveTo>
                      <a:cubicBezTo>
                        <a:pt x="0" y="16100"/>
                        <a:pt x="16100" y="0"/>
                        <a:pt x="35960" y="0"/>
                      </a:cubicBezTo>
                      <a:lnTo>
                        <a:pt x="683231" y="0"/>
                      </a:lnTo>
                      <a:cubicBezTo>
                        <a:pt x="703091" y="0"/>
                        <a:pt x="719191" y="16100"/>
                        <a:pt x="719191" y="35960"/>
                      </a:cubicBezTo>
                      <a:cubicBezTo>
                        <a:pt x="719191" y="131852"/>
                        <a:pt x="719190" y="227744"/>
                        <a:pt x="719190" y="323636"/>
                      </a:cubicBezTo>
                      <a:cubicBezTo>
                        <a:pt x="719190" y="343496"/>
                        <a:pt x="703090" y="359596"/>
                        <a:pt x="683230" y="359596"/>
                      </a:cubicBezTo>
                      <a:lnTo>
                        <a:pt x="35960" y="359595"/>
                      </a:lnTo>
                      <a:cubicBezTo>
                        <a:pt x="16100" y="359595"/>
                        <a:pt x="0" y="343495"/>
                        <a:pt x="0" y="323635"/>
                      </a:cubicBezTo>
                      <a:lnTo>
                        <a:pt x="0" y="35960"/>
                      </a:lnTo>
                      <a:close/>
                    </a:path>
                  </a:pathLst>
                </a:cu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000" b="1" dirty="0">
                      <a:solidFill>
                        <a:schemeClr val="bg1"/>
                      </a:solidFill>
                      <a:latin typeface="Arial Rounded MT Bold" panose="020F0704030504030204" pitchFamily="34" charset="0"/>
                    </a:rPr>
                    <a:t>Teacher</a:t>
                  </a:r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AD9A6666-442E-DE88-6B32-F05C91F65C90}"/>
                    </a:ext>
                  </a:extLst>
                </p:cNvPr>
                <p:cNvSpPr/>
                <p:nvPr/>
              </p:nvSpPr>
              <p:spPr>
                <a:xfrm>
                  <a:off x="2550731" y="4310560"/>
                  <a:ext cx="719190" cy="359595"/>
                </a:xfrm>
                <a:custGeom>
                  <a:avLst/>
                  <a:gdLst>
                    <a:gd name="csX0" fmla="*/ 0 w 719190"/>
                    <a:gd name="csY0" fmla="*/ 35960 h 359595"/>
                    <a:gd name="csX1" fmla="*/ 35960 w 719190"/>
                    <a:gd name="csY1" fmla="*/ 0 h 359595"/>
                    <a:gd name="csX2" fmla="*/ 683231 w 719190"/>
                    <a:gd name="csY2" fmla="*/ 0 h 359595"/>
                    <a:gd name="csX3" fmla="*/ 719191 w 719190"/>
                    <a:gd name="csY3" fmla="*/ 35960 h 359595"/>
                    <a:gd name="csX4" fmla="*/ 719190 w 719190"/>
                    <a:gd name="csY4" fmla="*/ 323636 h 359595"/>
                    <a:gd name="csX5" fmla="*/ 683230 w 719190"/>
                    <a:gd name="csY5" fmla="*/ 359596 h 359595"/>
                    <a:gd name="csX6" fmla="*/ 35960 w 719190"/>
                    <a:gd name="csY6" fmla="*/ 359595 h 359595"/>
                    <a:gd name="csX7" fmla="*/ 0 w 719190"/>
                    <a:gd name="csY7" fmla="*/ 323635 h 359595"/>
                    <a:gd name="csX8" fmla="*/ 0 w 719190"/>
                    <a:gd name="csY8" fmla="*/ 35960 h 3595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719190" h="359595">
                      <a:moveTo>
                        <a:pt x="0" y="35960"/>
                      </a:moveTo>
                      <a:cubicBezTo>
                        <a:pt x="0" y="16100"/>
                        <a:pt x="16100" y="0"/>
                        <a:pt x="35960" y="0"/>
                      </a:cubicBezTo>
                      <a:lnTo>
                        <a:pt x="683231" y="0"/>
                      </a:lnTo>
                      <a:cubicBezTo>
                        <a:pt x="703091" y="0"/>
                        <a:pt x="719191" y="16100"/>
                        <a:pt x="719191" y="35960"/>
                      </a:cubicBezTo>
                      <a:cubicBezTo>
                        <a:pt x="719191" y="131852"/>
                        <a:pt x="719190" y="227744"/>
                        <a:pt x="719190" y="323636"/>
                      </a:cubicBezTo>
                      <a:cubicBezTo>
                        <a:pt x="719190" y="343496"/>
                        <a:pt x="703090" y="359596"/>
                        <a:pt x="683230" y="359596"/>
                      </a:cubicBezTo>
                      <a:lnTo>
                        <a:pt x="35960" y="359595"/>
                      </a:lnTo>
                      <a:cubicBezTo>
                        <a:pt x="16100" y="359595"/>
                        <a:pt x="0" y="343495"/>
                        <a:pt x="0" y="323635"/>
                      </a:cubicBezTo>
                      <a:lnTo>
                        <a:pt x="0" y="35960"/>
                      </a:lnTo>
                      <a:close/>
                    </a:path>
                  </a:pathLst>
                </a:cu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000" dirty="0">
                      <a:solidFill>
                        <a:schemeClr val="bg1"/>
                      </a:solidFill>
                    </a:rPr>
                    <a:t>Printed notes</a:t>
                  </a:r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EFC29F09-3D0E-6175-78B8-5D8F9A41F0BC}"/>
                    </a:ext>
                  </a:extLst>
                </p:cNvPr>
                <p:cNvSpPr/>
                <p:nvPr/>
              </p:nvSpPr>
              <p:spPr>
                <a:xfrm>
                  <a:off x="3269922" y="4477482"/>
                  <a:ext cx="287676" cy="25751"/>
                </a:xfrm>
                <a:custGeom>
                  <a:avLst/>
                  <a:gdLst>
                    <a:gd name="csX0" fmla="*/ 0 w 287676"/>
                    <a:gd name="csY0" fmla="*/ 12875 h 25751"/>
                    <a:gd name="csX1" fmla="*/ 287676 w 287676"/>
                    <a:gd name="csY1" fmla="*/ 12875 h 257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87676" h="25751">
                      <a:moveTo>
                        <a:pt x="0" y="12875"/>
                      </a:moveTo>
                      <a:lnTo>
                        <a:pt x="287676" y="12875"/>
                      </a:lnTo>
                    </a:path>
                  </a:pathLst>
                </a:cu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77250A94-91E3-B8ED-7534-0B43E682B2CC}"/>
                    </a:ext>
                  </a:extLst>
                </p:cNvPr>
                <p:cNvSpPr/>
                <p:nvPr/>
              </p:nvSpPr>
              <p:spPr>
                <a:xfrm>
                  <a:off x="3557598" y="4310560"/>
                  <a:ext cx="719190" cy="359595"/>
                </a:xfrm>
                <a:custGeom>
                  <a:avLst/>
                  <a:gdLst>
                    <a:gd name="csX0" fmla="*/ 0 w 719190"/>
                    <a:gd name="csY0" fmla="*/ 35960 h 359595"/>
                    <a:gd name="csX1" fmla="*/ 35960 w 719190"/>
                    <a:gd name="csY1" fmla="*/ 0 h 359595"/>
                    <a:gd name="csX2" fmla="*/ 683231 w 719190"/>
                    <a:gd name="csY2" fmla="*/ 0 h 359595"/>
                    <a:gd name="csX3" fmla="*/ 719191 w 719190"/>
                    <a:gd name="csY3" fmla="*/ 35960 h 359595"/>
                    <a:gd name="csX4" fmla="*/ 719190 w 719190"/>
                    <a:gd name="csY4" fmla="*/ 323636 h 359595"/>
                    <a:gd name="csX5" fmla="*/ 683230 w 719190"/>
                    <a:gd name="csY5" fmla="*/ 359596 h 359595"/>
                    <a:gd name="csX6" fmla="*/ 35960 w 719190"/>
                    <a:gd name="csY6" fmla="*/ 359595 h 359595"/>
                    <a:gd name="csX7" fmla="*/ 0 w 719190"/>
                    <a:gd name="csY7" fmla="*/ 323635 h 359595"/>
                    <a:gd name="csX8" fmla="*/ 0 w 719190"/>
                    <a:gd name="csY8" fmla="*/ 35960 h 3595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719190" h="359595">
                      <a:moveTo>
                        <a:pt x="0" y="35960"/>
                      </a:moveTo>
                      <a:cubicBezTo>
                        <a:pt x="0" y="16100"/>
                        <a:pt x="16100" y="0"/>
                        <a:pt x="35960" y="0"/>
                      </a:cubicBezTo>
                      <a:lnTo>
                        <a:pt x="683231" y="0"/>
                      </a:lnTo>
                      <a:cubicBezTo>
                        <a:pt x="703091" y="0"/>
                        <a:pt x="719191" y="16100"/>
                        <a:pt x="719191" y="35960"/>
                      </a:cubicBezTo>
                      <a:cubicBezTo>
                        <a:pt x="719191" y="131852"/>
                        <a:pt x="719190" y="227744"/>
                        <a:pt x="719190" y="323636"/>
                      </a:cubicBezTo>
                      <a:cubicBezTo>
                        <a:pt x="719190" y="343496"/>
                        <a:pt x="703090" y="359596"/>
                        <a:pt x="683230" y="359596"/>
                      </a:cubicBezTo>
                      <a:lnTo>
                        <a:pt x="35960" y="359595"/>
                      </a:lnTo>
                      <a:cubicBezTo>
                        <a:pt x="16100" y="359595"/>
                        <a:pt x="0" y="343495"/>
                        <a:pt x="0" y="323635"/>
                      </a:cubicBezTo>
                      <a:lnTo>
                        <a:pt x="0" y="35960"/>
                      </a:lnTo>
                      <a:close/>
                    </a:path>
                  </a:pathLst>
                </a:cu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000" dirty="0">
                      <a:solidFill>
                        <a:schemeClr val="bg1"/>
                      </a:solidFill>
                    </a:rPr>
                    <a:t>Students in Class</a:t>
                  </a:r>
                </a:p>
              </p:txBody>
            </p:sp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D6A53966-3E0F-C45F-1639-22FB3A4748C4}"/>
                    </a:ext>
                  </a:extLst>
                </p:cNvPr>
                <p:cNvSpPr/>
                <p:nvPr/>
              </p:nvSpPr>
              <p:spPr>
                <a:xfrm>
                  <a:off x="4276789" y="4477482"/>
                  <a:ext cx="287676" cy="25751"/>
                </a:xfrm>
                <a:custGeom>
                  <a:avLst/>
                  <a:gdLst>
                    <a:gd name="csX0" fmla="*/ 0 w 287676"/>
                    <a:gd name="csY0" fmla="*/ 12875 h 25751"/>
                    <a:gd name="csX1" fmla="*/ 287676 w 287676"/>
                    <a:gd name="csY1" fmla="*/ 12875 h 257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87676" h="25751">
                      <a:moveTo>
                        <a:pt x="0" y="12875"/>
                      </a:moveTo>
                      <a:lnTo>
                        <a:pt x="287676" y="12875"/>
                      </a:lnTo>
                    </a:path>
                  </a:pathLst>
                </a:cu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1A94868F-EB66-512F-2BAB-1FB1195AC98D}"/>
                    </a:ext>
                  </a:extLst>
                </p:cNvPr>
                <p:cNvSpPr/>
                <p:nvPr/>
              </p:nvSpPr>
              <p:spPr>
                <a:xfrm>
                  <a:off x="4564465" y="4310560"/>
                  <a:ext cx="719190" cy="359595"/>
                </a:xfrm>
                <a:custGeom>
                  <a:avLst/>
                  <a:gdLst>
                    <a:gd name="csX0" fmla="*/ 0 w 719190"/>
                    <a:gd name="csY0" fmla="*/ 35960 h 359595"/>
                    <a:gd name="csX1" fmla="*/ 35960 w 719190"/>
                    <a:gd name="csY1" fmla="*/ 0 h 359595"/>
                    <a:gd name="csX2" fmla="*/ 683231 w 719190"/>
                    <a:gd name="csY2" fmla="*/ 0 h 359595"/>
                    <a:gd name="csX3" fmla="*/ 719191 w 719190"/>
                    <a:gd name="csY3" fmla="*/ 35960 h 359595"/>
                    <a:gd name="csX4" fmla="*/ 719190 w 719190"/>
                    <a:gd name="csY4" fmla="*/ 323636 h 359595"/>
                    <a:gd name="csX5" fmla="*/ 683230 w 719190"/>
                    <a:gd name="csY5" fmla="*/ 359596 h 359595"/>
                    <a:gd name="csX6" fmla="*/ 35960 w 719190"/>
                    <a:gd name="csY6" fmla="*/ 359595 h 359595"/>
                    <a:gd name="csX7" fmla="*/ 0 w 719190"/>
                    <a:gd name="csY7" fmla="*/ 323635 h 359595"/>
                    <a:gd name="csX8" fmla="*/ 0 w 719190"/>
                    <a:gd name="csY8" fmla="*/ 35960 h 3595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719190" h="359595">
                      <a:moveTo>
                        <a:pt x="0" y="35960"/>
                      </a:moveTo>
                      <a:cubicBezTo>
                        <a:pt x="0" y="16100"/>
                        <a:pt x="16100" y="0"/>
                        <a:pt x="35960" y="0"/>
                      </a:cubicBezTo>
                      <a:lnTo>
                        <a:pt x="683231" y="0"/>
                      </a:lnTo>
                      <a:cubicBezTo>
                        <a:pt x="703091" y="0"/>
                        <a:pt x="719191" y="16100"/>
                        <a:pt x="719191" y="35960"/>
                      </a:cubicBezTo>
                      <a:cubicBezTo>
                        <a:pt x="719191" y="131852"/>
                        <a:pt x="719190" y="227744"/>
                        <a:pt x="719190" y="323636"/>
                      </a:cubicBezTo>
                      <a:cubicBezTo>
                        <a:pt x="719190" y="343496"/>
                        <a:pt x="703090" y="359596"/>
                        <a:pt x="683230" y="359596"/>
                      </a:cubicBezTo>
                      <a:lnTo>
                        <a:pt x="35960" y="359595"/>
                      </a:lnTo>
                      <a:cubicBezTo>
                        <a:pt x="16100" y="359595"/>
                        <a:pt x="0" y="343495"/>
                        <a:pt x="0" y="323635"/>
                      </a:cubicBezTo>
                      <a:lnTo>
                        <a:pt x="0" y="35960"/>
                      </a:lnTo>
                      <a:close/>
                    </a:path>
                  </a:pathLst>
                </a:cu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000" dirty="0">
                      <a:solidFill>
                        <a:schemeClr val="bg1"/>
                      </a:solidFill>
                    </a:rPr>
                    <a:t>Limited Availability</a:t>
                  </a:r>
                </a:p>
              </p:txBody>
            </p:sp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6051D835-B871-CAEE-0CFD-24D7BDA1FE09}"/>
                    </a:ext>
                  </a:extLst>
                </p:cNvPr>
                <p:cNvSpPr/>
                <p:nvPr/>
              </p:nvSpPr>
              <p:spPr>
                <a:xfrm>
                  <a:off x="2263055" y="4891017"/>
                  <a:ext cx="287676" cy="25751"/>
                </a:xfrm>
                <a:custGeom>
                  <a:avLst/>
                  <a:gdLst>
                    <a:gd name="csX0" fmla="*/ 0 w 287676"/>
                    <a:gd name="csY0" fmla="*/ 12875 h 25751"/>
                    <a:gd name="csX1" fmla="*/ 287676 w 287676"/>
                    <a:gd name="csY1" fmla="*/ 12875 h 257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87676" h="25751">
                      <a:moveTo>
                        <a:pt x="0" y="12875"/>
                      </a:moveTo>
                      <a:lnTo>
                        <a:pt x="287676" y="12875"/>
                      </a:lnTo>
                    </a:path>
                  </a:pathLst>
                </a:cu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54881BEF-6317-82EF-1FDC-AABD0BBF6E2E}"/>
                    </a:ext>
                  </a:extLst>
                </p:cNvPr>
                <p:cNvSpPr/>
                <p:nvPr/>
              </p:nvSpPr>
              <p:spPr>
                <a:xfrm>
                  <a:off x="2550731" y="4724095"/>
                  <a:ext cx="719190" cy="359595"/>
                </a:xfrm>
                <a:custGeom>
                  <a:avLst/>
                  <a:gdLst>
                    <a:gd name="csX0" fmla="*/ 0 w 719190"/>
                    <a:gd name="csY0" fmla="*/ 35960 h 359595"/>
                    <a:gd name="csX1" fmla="*/ 35960 w 719190"/>
                    <a:gd name="csY1" fmla="*/ 0 h 359595"/>
                    <a:gd name="csX2" fmla="*/ 683231 w 719190"/>
                    <a:gd name="csY2" fmla="*/ 0 h 359595"/>
                    <a:gd name="csX3" fmla="*/ 719191 w 719190"/>
                    <a:gd name="csY3" fmla="*/ 35960 h 359595"/>
                    <a:gd name="csX4" fmla="*/ 719190 w 719190"/>
                    <a:gd name="csY4" fmla="*/ 323636 h 359595"/>
                    <a:gd name="csX5" fmla="*/ 683230 w 719190"/>
                    <a:gd name="csY5" fmla="*/ 359596 h 359595"/>
                    <a:gd name="csX6" fmla="*/ 35960 w 719190"/>
                    <a:gd name="csY6" fmla="*/ 359595 h 359595"/>
                    <a:gd name="csX7" fmla="*/ 0 w 719190"/>
                    <a:gd name="csY7" fmla="*/ 323635 h 359595"/>
                    <a:gd name="csX8" fmla="*/ 0 w 719190"/>
                    <a:gd name="csY8" fmla="*/ 35960 h 3595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719190" h="359595">
                      <a:moveTo>
                        <a:pt x="0" y="35960"/>
                      </a:moveTo>
                      <a:cubicBezTo>
                        <a:pt x="0" y="16100"/>
                        <a:pt x="16100" y="0"/>
                        <a:pt x="35960" y="0"/>
                      </a:cubicBezTo>
                      <a:lnTo>
                        <a:pt x="683231" y="0"/>
                      </a:lnTo>
                      <a:cubicBezTo>
                        <a:pt x="703091" y="0"/>
                        <a:pt x="719191" y="16100"/>
                        <a:pt x="719191" y="35960"/>
                      </a:cubicBezTo>
                      <a:cubicBezTo>
                        <a:pt x="719191" y="131852"/>
                        <a:pt x="719190" y="227744"/>
                        <a:pt x="719190" y="323636"/>
                      </a:cubicBezTo>
                      <a:cubicBezTo>
                        <a:pt x="719190" y="343496"/>
                        <a:pt x="703090" y="359596"/>
                        <a:pt x="683230" y="359596"/>
                      </a:cubicBezTo>
                      <a:lnTo>
                        <a:pt x="35960" y="359595"/>
                      </a:lnTo>
                      <a:cubicBezTo>
                        <a:pt x="16100" y="359595"/>
                        <a:pt x="0" y="343495"/>
                        <a:pt x="0" y="323635"/>
                      </a:cubicBezTo>
                      <a:lnTo>
                        <a:pt x="0" y="35960"/>
                      </a:lnTo>
                      <a:close/>
                    </a:path>
                  </a:pathLst>
                </a:cu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000" dirty="0">
                      <a:solidFill>
                        <a:schemeClr val="bg1"/>
                      </a:solidFill>
                    </a:rPr>
                    <a:t>Email Attachment</a:t>
                  </a:r>
                </a:p>
              </p:txBody>
            </p: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27915C82-C609-F413-81E3-AC6D51BC89F2}"/>
                    </a:ext>
                  </a:extLst>
                </p:cNvPr>
                <p:cNvSpPr/>
                <p:nvPr/>
              </p:nvSpPr>
              <p:spPr>
                <a:xfrm>
                  <a:off x="3269922" y="4891017"/>
                  <a:ext cx="287676" cy="25751"/>
                </a:xfrm>
                <a:custGeom>
                  <a:avLst/>
                  <a:gdLst>
                    <a:gd name="csX0" fmla="*/ 0 w 287676"/>
                    <a:gd name="csY0" fmla="*/ 12875 h 25751"/>
                    <a:gd name="csX1" fmla="*/ 287676 w 287676"/>
                    <a:gd name="csY1" fmla="*/ 12875 h 257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87676" h="25751">
                      <a:moveTo>
                        <a:pt x="0" y="12875"/>
                      </a:moveTo>
                      <a:lnTo>
                        <a:pt x="287676" y="12875"/>
                      </a:lnTo>
                    </a:path>
                  </a:pathLst>
                </a:cu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48F91F76-6311-B6DA-5CDC-57950C72FD06}"/>
                    </a:ext>
                  </a:extLst>
                </p:cNvPr>
                <p:cNvSpPr/>
                <p:nvPr/>
              </p:nvSpPr>
              <p:spPr>
                <a:xfrm>
                  <a:off x="3557598" y="4724095"/>
                  <a:ext cx="719190" cy="359595"/>
                </a:xfrm>
                <a:custGeom>
                  <a:avLst/>
                  <a:gdLst>
                    <a:gd name="csX0" fmla="*/ 0 w 719190"/>
                    <a:gd name="csY0" fmla="*/ 35960 h 359595"/>
                    <a:gd name="csX1" fmla="*/ 35960 w 719190"/>
                    <a:gd name="csY1" fmla="*/ 0 h 359595"/>
                    <a:gd name="csX2" fmla="*/ 683231 w 719190"/>
                    <a:gd name="csY2" fmla="*/ 0 h 359595"/>
                    <a:gd name="csX3" fmla="*/ 719191 w 719190"/>
                    <a:gd name="csY3" fmla="*/ 35960 h 359595"/>
                    <a:gd name="csX4" fmla="*/ 719190 w 719190"/>
                    <a:gd name="csY4" fmla="*/ 323636 h 359595"/>
                    <a:gd name="csX5" fmla="*/ 683230 w 719190"/>
                    <a:gd name="csY5" fmla="*/ 359596 h 359595"/>
                    <a:gd name="csX6" fmla="*/ 35960 w 719190"/>
                    <a:gd name="csY6" fmla="*/ 359595 h 359595"/>
                    <a:gd name="csX7" fmla="*/ 0 w 719190"/>
                    <a:gd name="csY7" fmla="*/ 323635 h 359595"/>
                    <a:gd name="csX8" fmla="*/ 0 w 719190"/>
                    <a:gd name="csY8" fmla="*/ 35960 h 3595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719190" h="359595">
                      <a:moveTo>
                        <a:pt x="0" y="35960"/>
                      </a:moveTo>
                      <a:cubicBezTo>
                        <a:pt x="0" y="16100"/>
                        <a:pt x="16100" y="0"/>
                        <a:pt x="35960" y="0"/>
                      </a:cubicBezTo>
                      <a:lnTo>
                        <a:pt x="683231" y="0"/>
                      </a:lnTo>
                      <a:cubicBezTo>
                        <a:pt x="703091" y="0"/>
                        <a:pt x="719191" y="16100"/>
                        <a:pt x="719191" y="35960"/>
                      </a:cubicBezTo>
                      <a:cubicBezTo>
                        <a:pt x="719191" y="131852"/>
                        <a:pt x="719190" y="227744"/>
                        <a:pt x="719190" y="323636"/>
                      </a:cubicBezTo>
                      <a:cubicBezTo>
                        <a:pt x="719190" y="343496"/>
                        <a:pt x="703090" y="359596"/>
                        <a:pt x="683230" y="359596"/>
                      </a:cubicBezTo>
                      <a:lnTo>
                        <a:pt x="35960" y="359595"/>
                      </a:lnTo>
                      <a:cubicBezTo>
                        <a:pt x="16100" y="359595"/>
                        <a:pt x="0" y="343495"/>
                        <a:pt x="0" y="323635"/>
                      </a:cubicBezTo>
                      <a:lnTo>
                        <a:pt x="0" y="35960"/>
                      </a:lnTo>
                      <a:close/>
                    </a:path>
                  </a:pathLst>
                </a:cu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000" dirty="0">
                      <a:solidFill>
                        <a:schemeClr val="bg1"/>
                      </a:solidFill>
                    </a:rPr>
                    <a:t>Student Group B</a:t>
                  </a:r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7DE3C468-816B-C8F1-65DE-5A13F010276A}"/>
                    </a:ext>
                  </a:extLst>
                </p:cNvPr>
                <p:cNvSpPr/>
                <p:nvPr/>
              </p:nvSpPr>
              <p:spPr>
                <a:xfrm>
                  <a:off x="4276789" y="4891017"/>
                  <a:ext cx="287676" cy="25751"/>
                </a:xfrm>
                <a:custGeom>
                  <a:avLst/>
                  <a:gdLst>
                    <a:gd name="csX0" fmla="*/ 0 w 287676"/>
                    <a:gd name="csY0" fmla="*/ 12875 h 25751"/>
                    <a:gd name="csX1" fmla="*/ 287676 w 287676"/>
                    <a:gd name="csY1" fmla="*/ 12875 h 257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87676" h="25751">
                      <a:moveTo>
                        <a:pt x="0" y="12875"/>
                      </a:moveTo>
                      <a:lnTo>
                        <a:pt x="287676" y="12875"/>
                      </a:lnTo>
                    </a:path>
                  </a:pathLst>
                </a:cu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F74D73F7-5C07-B702-6B02-A6BDFD3CB6BD}"/>
                    </a:ext>
                  </a:extLst>
                </p:cNvPr>
                <p:cNvSpPr/>
                <p:nvPr/>
              </p:nvSpPr>
              <p:spPr>
                <a:xfrm>
                  <a:off x="4564465" y="4724095"/>
                  <a:ext cx="719190" cy="359595"/>
                </a:xfrm>
                <a:custGeom>
                  <a:avLst/>
                  <a:gdLst>
                    <a:gd name="csX0" fmla="*/ 0 w 719190"/>
                    <a:gd name="csY0" fmla="*/ 35960 h 359595"/>
                    <a:gd name="csX1" fmla="*/ 35960 w 719190"/>
                    <a:gd name="csY1" fmla="*/ 0 h 359595"/>
                    <a:gd name="csX2" fmla="*/ 683231 w 719190"/>
                    <a:gd name="csY2" fmla="*/ 0 h 359595"/>
                    <a:gd name="csX3" fmla="*/ 719191 w 719190"/>
                    <a:gd name="csY3" fmla="*/ 35960 h 359595"/>
                    <a:gd name="csX4" fmla="*/ 719190 w 719190"/>
                    <a:gd name="csY4" fmla="*/ 323636 h 359595"/>
                    <a:gd name="csX5" fmla="*/ 683230 w 719190"/>
                    <a:gd name="csY5" fmla="*/ 359596 h 359595"/>
                    <a:gd name="csX6" fmla="*/ 35960 w 719190"/>
                    <a:gd name="csY6" fmla="*/ 359595 h 359595"/>
                    <a:gd name="csX7" fmla="*/ 0 w 719190"/>
                    <a:gd name="csY7" fmla="*/ 323635 h 359595"/>
                    <a:gd name="csX8" fmla="*/ 0 w 719190"/>
                    <a:gd name="csY8" fmla="*/ 35960 h 3595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719190" h="359595">
                      <a:moveTo>
                        <a:pt x="0" y="35960"/>
                      </a:moveTo>
                      <a:cubicBezTo>
                        <a:pt x="0" y="16100"/>
                        <a:pt x="16100" y="0"/>
                        <a:pt x="35960" y="0"/>
                      </a:cubicBezTo>
                      <a:lnTo>
                        <a:pt x="683231" y="0"/>
                      </a:lnTo>
                      <a:cubicBezTo>
                        <a:pt x="703091" y="0"/>
                        <a:pt x="719191" y="16100"/>
                        <a:pt x="719191" y="35960"/>
                      </a:cubicBezTo>
                      <a:cubicBezTo>
                        <a:pt x="719191" y="131852"/>
                        <a:pt x="719190" y="227744"/>
                        <a:pt x="719190" y="323636"/>
                      </a:cubicBezTo>
                      <a:cubicBezTo>
                        <a:pt x="719190" y="343496"/>
                        <a:pt x="703090" y="359596"/>
                        <a:pt x="683230" y="359596"/>
                      </a:cubicBezTo>
                      <a:lnTo>
                        <a:pt x="35960" y="359595"/>
                      </a:lnTo>
                      <a:cubicBezTo>
                        <a:pt x="16100" y="359595"/>
                        <a:pt x="0" y="343495"/>
                        <a:pt x="0" y="323635"/>
                      </a:cubicBezTo>
                      <a:lnTo>
                        <a:pt x="0" y="35960"/>
                      </a:lnTo>
                      <a:close/>
                    </a:path>
                  </a:pathLst>
                </a:cu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000" dirty="0">
                      <a:solidFill>
                        <a:schemeClr val="bg1"/>
                      </a:solidFill>
                    </a:rPr>
                    <a:t>Version Mismatch</a:t>
                  </a:r>
                </a:p>
              </p:txBody>
            </p: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C480B627-C5E5-7FFB-FD83-6F50596D0F76}"/>
                    </a:ext>
                  </a:extLst>
                </p:cNvPr>
                <p:cNvSpPr/>
                <p:nvPr/>
              </p:nvSpPr>
              <p:spPr>
                <a:xfrm>
                  <a:off x="2550731" y="5137630"/>
                  <a:ext cx="719190" cy="359595"/>
                </a:xfrm>
                <a:custGeom>
                  <a:avLst/>
                  <a:gdLst>
                    <a:gd name="csX0" fmla="*/ 0 w 719190"/>
                    <a:gd name="csY0" fmla="*/ 35960 h 359595"/>
                    <a:gd name="csX1" fmla="*/ 35960 w 719190"/>
                    <a:gd name="csY1" fmla="*/ 0 h 359595"/>
                    <a:gd name="csX2" fmla="*/ 683231 w 719190"/>
                    <a:gd name="csY2" fmla="*/ 0 h 359595"/>
                    <a:gd name="csX3" fmla="*/ 719191 w 719190"/>
                    <a:gd name="csY3" fmla="*/ 35960 h 359595"/>
                    <a:gd name="csX4" fmla="*/ 719190 w 719190"/>
                    <a:gd name="csY4" fmla="*/ 323636 h 359595"/>
                    <a:gd name="csX5" fmla="*/ 683230 w 719190"/>
                    <a:gd name="csY5" fmla="*/ 359596 h 359595"/>
                    <a:gd name="csX6" fmla="*/ 35960 w 719190"/>
                    <a:gd name="csY6" fmla="*/ 359595 h 359595"/>
                    <a:gd name="csX7" fmla="*/ 0 w 719190"/>
                    <a:gd name="csY7" fmla="*/ 323635 h 359595"/>
                    <a:gd name="csX8" fmla="*/ 0 w 719190"/>
                    <a:gd name="csY8" fmla="*/ 35960 h 3595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719190" h="359595">
                      <a:moveTo>
                        <a:pt x="0" y="35960"/>
                      </a:moveTo>
                      <a:cubicBezTo>
                        <a:pt x="0" y="16100"/>
                        <a:pt x="16100" y="0"/>
                        <a:pt x="35960" y="0"/>
                      </a:cubicBezTo>
                      <a:lnTo>
                        <a:pt x="683231" y="0"/>
                      </a:lnTo>
                      <a:cubicBezTo>
                        <a:pt x="703091" y="0"/>
                        <a:pt x="719191" y="16100"/>
                        <a:pt x="719191" y="35960"/>
                      </a:cubicBezTo>
                      <a:cubicBezTo>
                        <a:pt x="719191" y="131852"/>
                        <a:pt x="719190" y="227744"/>
                        <a:pt x="719190" y="323636"/>
                      </a:cubicBezTo>
                      <a:cubicBezTo>
                        <a:pt x="719190" y="343496"/>
                        <a:pt x="703090" y="359596"/>
                        <a:pt x="683230" y="359596"/>
                      </a:cubicBezTo>
                      <a:lnTo>
                        <a:pt x="35960" y="359595"/>
                      </a:lnTo>
                      <a:cubicBezTo>
                        <a:pt x="16100" y="359595"/>
                        <a:pt x="0" y="343495"/>
                        <a:pt x="0" y="323635"/>
                      </a:cubicBezTo>
                      <a:lnTo>
                        <a:pt x="0" y="35960"/>
                      </a:lnTo>
                      <a:close/>
                    </a:path>
                  </a:pathLst>
                </a:cu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000" dirty="0">
                      <a:solidFill>
                        <a:schemeClr val="bg1"/>
                      </a:solidFill>
                    </a:rPr>
                    <a:t>WhatsApp / Drive / Pen Drive</a:t>
                  </a:r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CAF0AC15-6F02-4E87-9E10-604164E86110}"/>
                    </a:ext>
                  </a:extLst>
                </p:cNvPr>
                <p:cNvSpPr/>
                <p:nvPr/>
              </p:nvSpPr>
              <p:spPr>
                <a:xfrm>
                  <a:off x="3269922" y="5304551"/>
                  <a:ext cx="287676" cy="25751"/>
                </a:xfrm>
                <a:custGeom>
                  <a:avLst/>
                  <a:gdLst>
                    <a:gd name="csX0" fmla="*/ 0 w 287676"/>
                    <a:gd name="csY0" fmla="*/ 12875 h 25751"/>
                    <a:gd name="csX1" fmla="*/ 287676 w 287676"/>
                    <a:gd name="csY1" fmla="*/ 12875 h 257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87676" h="25751">
                      <a:moveTo>
                        <a:pt x="0" y="12875"/>
                      </a:moveTo>
                      <a:lnTo>
                        <a:pt x="287676" y="12875"/>
                      </a:lnTo>
                    </a:path>
                  </a:pathLst>
                </a:cu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82FFC6E1-4FD8-BBA9-3C95-750B8A06202B}"/>
                    </a:ext>
                  </a:extLst>
                </p:cNvPr>
                <p:cNvSpPr/>
                <p:nvPr/>
              </p:nvSpPr>
              <p:spPr>
                <a:xfrm>
                  <a:off x="3557598" y="5137630"/>
                  <a:ext cx="719190" cy="359595"/>
                </a:xfrm>
                <a:custGeom>
                  <a:avLst/>
                  <a:gdLst>
                    <a:gd name="csX0" fmla="*/ 0 w 719190"/>
                    <a:gd name="csY0" fmla="*/ 35960 h 359595"/>
                    <a:gd name="csX1" fmla="*/ 35960 w 719190"/>
                    <a:gd name="csY1" fmla="*/ 0 h 359595"/>
                    <a:gd name="csX2" fmla="*/ 683231 w 719190"/>
                    <a:gd name="csY2" fmla="*/ 0 h 359595"/>
                    <a:gd name="csX3" fmla="*/ 719191 w 719190"/>
                    <a:gd name="csY3" fmla="*/ 35960 h 359595"/>
                    <a:gd name="csX4" fmla="*/ 719190 w 719190"/>
                    <a:gd name="csY4" fmla="*/ 323636 h 359595"/>
                    <a:gd name="csX5" fmla="*/ 683230 w 719190"/>
                    <a:gd name="csY5" fmla="*/ 359596 h 359595"/>
                    <a:gd name="csX6" fmla="*/ 35960 w 719190"/>
                    <a:gd name="csY6" fmla="*/ 359595 h 359595"/>
                    <a:gd name="csX7" fmla="*/ 0 w 719190"/>
                    <a:gd name="csY7" fmla="*/ 323635 h 359595"/>
                    <a:gd name="csX8" fmla="*/ 0 w 719190"/>
                    <a:gd name="csY8" fmla="*/ 35960 h 3595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719190" h="359595">
                      <a:moveTo>
                        <a:pt x="0" y="35960"/>
                      </a:moveTo>
                      <a:cubicBezTo>
                        <a:pt x="0" y="16100"/>
                        <a:pt x="16100" y="0"/>
                        <a:pt x="35960" y="0"/>
                      </a:cubicBezTo>
                      <a:lnTo>
                        <a:pt x="683231" y="0"/>
                      </a:lnTo>
                      <a:cubicBezTo>
                        <a:pt x="703091" y="0"/>
                        <a:pt x="719191" y="16100"/>
                        <a:pt x="719191" y="35960"/>
                      </a:cubicBezTo>
                      <a:cubicBezTo>
                        <a:pt x="719191" y="131852"/>
                        <a:pt x="719190" y="227744"/>
                        <a:pt x="719190" y="323636"/>
                      </a:cubicBezTo>
                      <a:cubicBezTo>
                        <a:pt x="719190" y="343496"/>
                        <a:pt x="703090" y="359596"/>
                        <a:pt x="683230" y="359596"/>
                      </a:cubicBezTo>
                      <a:lnTo>
                        <a:pt x="35960" y="359595"/>
                      </a:lnTo>
                      <a:cubicBezTo>
                        <a:pt x="16100" y="359595"/>
                        <a:pt x="0" y="343495"/>
                        <a:pt x="0" y="323635"/>
                      </a:cubicBezTo>
                      <a:lnTo>
                        <a:pt x="0" y="35960"/>
                      </a:lnTo>
                      <a:close/>
                    </a:path>
                  </a:pathLst>
                </a:cu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000" dirty="0">
                      <a:solidFill>
                        <a:schemeClr val="bg1"/>
                      </a:solidFill>
                    </a:rPr>
                    <a:t>Student group A</a:t>
                  </a:r>
                </a:p>
              </p:txBody>
            </p: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47CD8EAB-1180-760D-C91D-0A3134A282AF}"/>
                    </a:ext>
                  </a:extLst>
                </p:cNvPr>
                <p:cNvSpPr/>
                <p:nvPr/>
              </p:nvSpPr>
              <p:spPr>
                <a:xfrm>
                  <a:off x="4276789" y="5304551"/>
                  <a:ext cx="287676" cy="25751"/>
                </a:xfrm>
                <a:custGeom>
                  <a:avLst/>
                  <a:gdLst>
                    <a:gd name="csX0" fmla="*/ 0 w 287676"/>
                    <a:gd name="csY0" fmla="*/ 12875 h 25751"/>
                    <a:gd name="csX1" fmla="*/ 287676 w 287676"/>
                    <a:gd name="csY1" fmla="*/ 12875 h 257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87676" h="25751">
                      <a:moveTo>
                        <a:pt x="0" y="12875"/>
                      </a:moveTo>
                      <a:lnTo>
                        <a:pt x="287676" y="12875"/>
                      </a:lnTo>
                    </a:path>
                  </a:pathLst>
                </a:cu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A45661DD-9E46-B5C6-93DD-29A9297DE871}"/>
                    </a:ext>
                  </a:extLst>
                </p:cNvPr>
                <p:cNvSpPr/>
                <p:nvPr/>
              </p:nvSpPr>
              <p:spPr>
                <a:xfrm>
                  <a:off x="4564465" y="5137630"/>
                  <a:ext cx="719190" cy="359595"/>
                </a:xfrm>
                <a:custGeom>
                  <a:avLst/>
                  <a:gdLst>
                    <a:gd name="csX0" fmla="*/ 0 w 719190"/>
                    <a:gd name="csY0" fmla="*/ 35960 h 359595"/>
                    <a:gd name="csX1" fmla="*/ 35960 w 719190"/>
                    <a:gd name="csY1" fmla="*/ 0 h 359595"/>
                    <a:gd name="csX2" fmla="*/ 683231 w 719190"/>
                    <a:gd name="csY2" fmla="*/ 0 h 359595"/>
                    <a:gd name="csX3" fmla="*/ 719191 w 719190"/>
                    <a:gd name="csY3" fmla="*/ 35960 h 359595"/>
                    <a:gd name="csX4" fmla="*/ 719190 w 719190"/>
                    <a:gd name="csY4" fmla="*/ 323636 h 359595"/>
                    <a:gd name="csX5" fmla="*/ 683230 w 719190"/>
                    <a:gd name="csY5" fmla="*/ 359596 h 359595"/>
                    <a:gd name="csX6" fmla="*/ 35960 w 719190"/>
                    <a:gd name="csY6" fmla="*/ 359595 h 359595"/>
                    <a:gd name="csX7" fmla="*/ 0 w 719190"/>
                    <a:gd name="csY7" fmla="*/ 323635 h 359595"/>
                    <a:gd name="csX8" fmla="*/ 0 w 719190"/>
                    <a:gd name="csY8" fmla="*/ 35960 h 3595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719190" h="359595">
                      <a:moveTo>
                        <a:pt x="0" y="35960"/>
                      </a:moveTo>
                      <a:cubicBezTo>
                        <a:pt x="0" y="16100"/>
                        <a:pt x="16100" y="0"/>
                        <a:pt x="35960" y="0"/>
                      </a:cubicBezTo>
                      <a:lnTo>
                        <a:pt x="683231" y="0"/>
                      </a:lnTo>
                      <a:cubicBezTo>
                        <a:pt x="703091" y="0"/>
                        <a:pt x="719191" y="16100"/>
                        <a:pt x="719191" y="35960"/>
                      </a:cubicBezTo>
                      <a:cubicBezTo>
                        <a:pt x="719191" y="131852"/>
                        <a:pt x="719190" y="227744"/>
                        <a:pt x="719190" y="323636"/>
                      </a:cubicBezTo>
                      <a:cubicBezTo>
                        <a:pt x="719190" y="343496"/>
                        <a:pt x="703090" y="359596"/>
                        <a:pt x="683230" y="359596"/>
                      </a:cubicBezTo>
                      <a:lnTo>
                        <a:pt x="35960" y="359595"/>
                      </a:lnTo>
                      <a:cubicBezTo>
                        <a:pt x="16100" y="359595"/>
                        <a:pt x="0" y="343495"/>
                        <a:pt x="0" y="323635"/>
                      </a:cubicBezTo>
                      <a:lnTo>
                        <a:pt x="0" y="35960"/>
                      </a:lnTo>
                      <a:close/>
                    </a:path>
                  </a:pathLst>
                </a:cu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000" dirty="0">
                      <a:solidFill>
                        <a:schemeClr val="bg1"/>
                      </a:solidFill>
                    </a:rPr>
                    <a:t>Duplicate Files</a:t>
                  </a:r>
                </a:p>
              </p:txBody>
            </p:sp>
          </p:grp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73C249A3-EB09-606E-87DB-D0B34DEC23E2}"/>
                  </a:ext>
                </a:extLst>
              </p:cNvPr>
              <p:cNvSpPr/>
              <p:nvPr/>
            </p:nvSpPr>
            <p:spPr>
              <a:xfrm>
                <a:off x="5572045" y="4723474"/>
                <a:ext cx="1052967" cy="359595"/>
              </a:xfrm>
              <a:custGeom>
                <a:avLst/>
                <a:gdLst>
                  <a:gd name="csX0" fmla="*/ 0 w 719190"/>
                  <a:gd name="csY0" fmla="*/ 35960 h 359595"/>
                  <a:gd name="csX1" fmla="*/ 35960 w 719190"/>
                  <a:gd name="csY1" fmla="*/ 0 h 359595"/>
                  <a:gd name="csX2" fmla="*/ 683231 w 719190"/>
                  <a:gd name="csY2" fmla="*/ 0 h 359595"/>
                  <a:gd name="csX3" fmla="*/ 719191 w 719190"/>
                  <a:gd name="csY3" fmla="*/ 35960 h 359595"/>
                  <a:gd name="csX4" fmla="*/ 719190 w 719190"/>
                  <a:gd name="csY4" fmla="*/ 323636 h 359595"/>
                  <a:gd name="csX5" fmla="*/ 683230 w 719190"/>
                  <a:gd name="csY5" fmla="*/ 359596 h 359595"/>
                  <a:gd name="csX6" fmla="*/ 35960 w 719190"/>
                  <a:gd name="csY6" fmla="*/ 359595 h 359595"/>
                  <a:gd name="csX7" fmla="*/ 0 w 719190"/>
                  <a:gd name="csY7" fmla="*/ 323635 h 359595"/>
                  <a:gd name="csX8" fmla="*/ 0 w 719190"/>
                  <a:gd name="csY8" fmla="*/ 35960 h 3595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19190" h="359595">
                    <a:moveTo>
                      <a:pt x="0" y="35960"/>
                    </a:moveTo>
                    <a:cubicBezTo>
                      <a:pt x="0" y="16100"/>
                      <a:pt x="16100" y="0"/>
                      <a:pt x="35960" y="0"/>
                    </a:cubicBezTo>
                    <a:lnTo>
                      <a:pt x="683231" y="0"/>
                    </a:lnTo>
                    <a:cubicBezTo>
                      <a:pt x="703091" y="0"/>
                      <a:pt x="719191" y="16100"/>
                      <a:pt x="719191" y="35960"/>
                    </a:cubicBezTo>
                    <a:cubicBezTo>
                      <a:pt x="719191" y="131852"/>
                      <a:pt x="719190" y="227744"/>
                      <a:pt x="719190" y="323636"/>
                    </a:cubicBezTo>
                    <a:cubicBezTo>
                      <a:pt x="719190" y="343496"/>
                      <a:pt x="703090" y="359596"/>
                      <a:pt x="683230" y="359596"/>
                    </a:cubicBezTo>
                    <a:lnTo>
                      <a:pt x="35960" y="359595"/>
                    </a:lnTo>
                    <a:cubicBezTo>
                      <a:pt x="16100" y="359595"/>
                      <a:pt x="0" y="343495"/>
                      <a:pt x="0" y="323635"/>
                    </a:cubicBezTo>
                    <a:lnTo>
                      <a:pt x="0" y="35960"/>
                    </a:lnTo>
                    <a:close/>
                  </a:path>
                </a:pathLst>
              </a:custGeom>
              <a:solidFill>
                <a:srgbClr val="425166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000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Inefficient Resource management</a:t>
                </a:r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CBF38811-61AD-D1EA-7FEB-6C6C14EC80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83655" y="4903891"/>
                <a:ext cx="287676" cy="1"/>
              </a:xfrm>
              <a:prstGeom prst="line">
                <a:avLst/>
              </a:prstGeom>
              <a:solidFill>
                <a:srgbClr val="425166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D54EB457-F338-D6E6-E135-E63F6267B3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83655" y="4911245"/>
                <a:ext cx="287676" cy="417316"/>
              </a:xfrm>
              <a:prstGeom prst="line">
                <a:avLst/>
              </a:prstGeom>
              <a:solidFill>
                <a:srgbClr val="425166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FF7F7980-A82B-0954-C566-54E311299E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83655" y="4473806"/>
                <a:ext cx="287676" cy="430085"/>
              </a:xfrm>
              <a:prstGeom prst="line">
                <a:avLst/>
              </a:prstGeom>
              <a:solidFill>
                <a:srgbClr val="425166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A90DA174-6025-CB51-3BD0-51431153E5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5534" y="4512904"/>
              <a:ext cx="382897" cy="379378"/>
            </a:xfrm>
            <a:prstGeom prst="line">
              <a:avLst/>
            </a:prstGeom>
            <a:solidFill>
              <a:srgbClr val="425166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525D018E-97A4-A09C-D370-158D18D62682}"/>
                </a:ext>
              </a:extLst>
            </p:cNvPr>
            <p:cNvCxnSpPr>
              <a:cxnSpLocks/>
            </p:cNvCxnSpPr>
            <p:nvPr/>
          </p:nvCxnSpPr>
          <p:spPr>
            <a:xfrm>
              <a:off x="1715534" y="4910576"/>
              <a:ext cx="382897" cy="390986"/>
            </a:xfrm>
            <a:prstGeom prst="line">
              <a:avLst/>
            </a:prstGeom>
            <a:solidFill>
              <a:srgbClr val="425166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95151DAD-85C4-FF93-3DB0-AC98EF9D1713}"/>
              </a:ext>
            </a:extLst>
          </p:cNvPr>
          <p:cNvGrpSpPr/>
          <p:nvPr/>
        </p:nvGrpSpPr>
        <p:grpSpPr>
          <a:xfrm>
            <a:off x="467174" y="1258586"/>
            <a:ext cx="3920401" cy="1565715"/>
            <a:chOff x="467174" y="1449172"/>
            <a:chExt cx="3920401" cy="1565715"/>
          </a:xfrm>
        </p:grpSpPr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545D5593-DEDE-6757-881C-65212448269B}"/>
                </a:ext>
              </a:extLst>
            </p:cNvPr>
            <p:cNvSpPr/>
            <p:nvPr/>
          </p:nvSpPr>
          <p:spPr>
            <a:xfrm>
              <a:off x="467174" y="1449172"/>
              <a:ext cx="3920401" cy="737906"/>
            </a:xfrm>
            <a:prstGeom prst="roundRect">
              <a:avLst>
                <a:gd name="adj" fmla="val 50000"/>
              </a:avLst>
            </a:prstGeom>
            <a:solidFill>
              <a:srgbClr val="425166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Existing systems like WhatsApp, Telegram, and Google Drive are widely used but lack proper organization and structured categorization.</a:t>
              </a:r>
              <a:endParaRPr lang="en-IN" sz="1200" dirty="0">
                <a:solidFill>
                  <a:schemeClr val="bg1"/>
                </a:solidFill>
              </a:endParaRPr>
            </a:p>
          </p:txBody>
        </p:sp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CD53B12C-4670-9331-DEAD-BC9718AC7B0F}"/>
                </a:ext>
              </a:extLst>
            </p:cNvPr>
            <p:cNvSpPr/>
            <p:nvPr/>
          </p:nvSpPr>
          <p:spPr>
            <a:xfrm>
              <a:off x="467174" y="2276981"/>
              <a:ext cx="3920401" cy="737906"/>
            </a:xfrm>
            <a:prstGeom prst="roundRect">
              <a:avLst>
                <a:gd name="adj" fmla="val 50000"/>
              </a:avLst>
            </a:prstGeom>
            <a:solidFill>
              <a:srgbClr val="425166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There is no centralized platform, leading to scattered resources, difficulty in access, and inefficient management.</a:t>
              </a:r>
              <a:endParaRPr lang="en-IN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23F80CB0-1B88-4EBD-CC60-A9707DA838D2}"/>
              </a:ext>
            </a:extLst>
          </p:cNvPr>
          <p:cNvSpPr/>
          <p:nvPr/>
        </p:nvSpPr>
        <p:spPr>
          <a:xfrm>
            <a:off x="1117830" y="4533112"/>
            <a:ext cx="3920401" cy="1080369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Lack of a centralized system, proper organization, and role-based access leads to difficulty in accessing academic resources, duplication, misuse, and inefficient communication.</a:t>
            </a:r>
            <a:endParaRPr lang="en-IN" sz="1200" dirty="0">
              <a:solidFill>
                <a:schemeClr val="bg1"/>
              </a:solidFill>
            </a:endParaRP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52DE2703-FF11-ED84-7BD0-13B116CC08DF}"/>
              </a:ext>
            </a:extLst>
          </p:cNvPr>
          <p:cNvGrpSpPr/>
          <p:nvPr/>
        </p:nvGrpSpPr>
        <p:grpSpPr>
          <a:xfrm>
            <a:off x="4800000" y="420444"/>
            <a:ext cx="2592000" cy="475200"/>
            <a:chOff x="2192952" y="569879"/>
            <a:chExt cx="2592000" cy="4320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8193EE4-DAF3-2A43-9299-F4AF09554266}"/>
                </a:ext>
              </a:extLst>
            </p:cNvPr>
            <p:cNvSpPr/>
            <p:nvPr/>
          </p:nvSpPr>
          <p:spPr>
            <a:xfrm>
              <a:off x="2192952" y="569879"/>
              <a:ext cx="2592000" cy="4320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8631C5"/>
                </a:gs>
                <a:gs pos="41000">
                  <a:srgbClr val="2F8FF9"/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IN" sz="2200" dirty="0"/>
                <a:t>Literature Survey</a:t>
              </a:r>
            </a:p>
          </p:txBody>
        </p:sp>
        <p:pic>
          <p:nvPicPr>
            <p:cNvPr id="135" name="Graphic 134" descr="Research with solid fill">
              <a:extLst>
                <a:ext uri="{FF2B5EF4-FFF2-40B4-BE49-F238E27FC236}">
                  <a16:creationId xmlns:a16="http://schemas.microsoft.com/office/drawing/2014/main" id="{7F3545C0-EE70-9889-1EDD-693EF2705F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302300" y="609608"/>
              <a:ext cx="394172" cy="352541"/>
            </a:xfrm>
            <a:prstGeom prst="rect">
              <a:avLst/>
            </a:prstGeom>
          </p:spPr>
        </p:pic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544BCD7-9B61-F5CB-3258-D92ACFD289F3}"/>
              </a:ext>
            </a:extLst>
          </p:cNvPr>
          <p:cNvGrpSpPr/>
          <p:nvPr/>
        </p:nvGrpSpPr>
        <p:grpSpPr>
          <a:xfrm>
            <a:off x="1733098" y="3650077"/>
            <a:ext cx="2689864" cy="475200"/>
            <a:chOff x="7482840" y="1796525"/>
            <a:chExt cx="2689864" cy="475200"/>
          </a:xfrm>
        </p:grpSpPr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5DE2F360-D013-DBA3-F148-AFAB2453C415}"/>
                </a:ext>
              </a:extLst>
            </p:cNvPr>
            <p:cNvSpPr/>
            <p:nvPr/>
          </p:nvSpPr>
          <p:spPr>
            <a:xfrm>
              <a:off x="7482840" y="1796525"/>
              <a:ext cx="2689864" cy="4752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8631C5"/>
                </a:gs>
                <a:gs pos="41000">
                  <a:srgbClr val="2F8FF9"/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IN" sz="2000" dirty="0"/>
                <a:t>Problem Definition</a:t>
              </a:r>
            </a:p>
          </p:txBody>
        </p:sp>
        <p:pic>
          <p:nvPicPr>
            <p:cNvPr id="143" name="Graphic 142" descr="Warning with solid fill">
              <a:extLst>
                <a:ext uri="{FF2B5EF4-FFF2-40B4-BE49-F238E27FC236}">
                  <a16:creationId xmlns:a16="http://schemas.microsoft.com/office/drawing/2014/main" id="{DCE91247-5CDD-0DB9-0D22-86A123527E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18887" y="1840228"/>
              <a:ext cx="387795" cy="387795"/>
            </a:xfrm>
            <a:prstGeom prst="rect">
              <a:avLst/>
            </a:prstGeom>
          </p:spPr>
        </p:pic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EB1A96E-08BF-174F-D760-F678E7B1C453}"/>
              </a:ext>
            </a:extLst>
          </p:cNvPr>
          <p:cNvGrpSpPr/>
          <p:nvPr/>
        </p:nvGrpSpPr>
        <p:grpSpPr>
          <a:xfrm>
            <a:off x="7781453" y="3659909"/>
            <a:ext cx="1871382" cy="475200"/>
            <a:chOff x="8021922" y="4310701"/>
            <a:chExt cx="1871382" cy="475200"/>
          </a:xfrm>
        </p:grpSpPr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589C2E7B-5F73-3A11-38B2-0D8AF6D1669E}"/>
                </a:ext>
              </a:extLst>
            </p:cNvPr>
            <p:cNvSpPr/>
            <p:nvPr/>
          </p:nvSpPr>
          <p:spPr>
            <a:xfrm>
              <a:off x="8021922" y="4310701"/>
              <a:ext cx="1871382" cy="4752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8631C5"/>
                </a:gs>
                <a:gs pos="41000">
                  <a:srgbClr val="2F8FF9"/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IN" sz="2000" dirty="0"/>
                <a:t>Objectives</a:t>
              </a:r>
            </a:p>
          </p:txBody>
        </p:sp>
        <p:pic>
          <p:nvPicPr>
            <p:cNvPr id="151" name="Graphic 150" descr="Bullseye with solid fill">
              <a:extLst>
                <a:ext uri="{FF2B5EF4-FFF2-40B4-BE49-F238E27FC236}">
                  <a16:creationId xmlns:a16="http://schemas.microsoft.com/office/drawing/2014/main" id="{122403CB-4028-C4E7-D319-C603E543FA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66537" y="4354404"/>
              <a:ext cx="387795" cy="387795"/>
            </a:xfrm>
            <a:prstGeom prst="rect">
              <a:avLst/>
            </a:prstGeom>
          </p:spPr>
        </p:pic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64756623-C95D-4033-B2DD-AF7572530DD4}"/>
              </a:ext>
            </a:extLst>
          </p:cNvPr>
          <p:cNvGrpSpPr/>
          <p:nvPr/>
        </p:nvGrpSpPr>
        <p:grpSpPr>
          <a:xfrm>
            <a:off x="6756944" y="4533112"/>
            <a:ext cx="3920401" cy="1702346"/>
            <a:chOff x="6206336" y="4511687"/>
            <a:chExt cx="3920401" cy="1702346"/>
          </a:xfrm>
        </p:grpSpPr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3AC51F81-18F5-86AA-E94A-90A35D665E31}"/>
                </a:ext>
              </a:extLst>
            </p:cNvPr>
            <p:cNvSpPr/>
            <p:nvPr/>
          </p:nvSpPr>
          <p:spPr>
            <a:xfrm>
              <a:off x="6206336" y="4511687"/>
              <a:ext cx="3920401" cy="737906"/>
            </a:xfrm>
            <a:prstGeom prst="roundRect">
              <a:avLst>
                <a:gd name="adj" fmla="val 50000"/>
              </a:avLst>
            </a:prstGeom>
            <a:solidFill>
              <a:srgbClr val="425166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Develop a centralized, user-friendly platform with structured categorization of academic resources.</a:t>
              </a:r>
              <a:endParaRPr lang="en-IN" sz="1200" dirty="0">
                <a:solidFill>
                  <a:schemeClr val="bg1"/>
                </a:solidFill>
              </a:endParaRPr>
            </a:p>
          </p:txBody>
        </p:sp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8FA162DB-598E-2F07-48ED-65BB44557AC7}"/>
                </a:ext>
              </a:extLst>
            </p:cNvPr>
            <p:cNvSpPr/>
            <p:nvPr/>
          </p:nvSpPr>
          <p:spPr>
            <a:xfrm>
              <a:off x="6206336" y="5476127"/>
              <a:ext cx="3920401" cy="737906"/>
            </a:xfrm>
            <a:prstGeom prst="roundRect">
              <a:avLst>
                <a:gd name="adj" fmla="val 50000"/>
              </a:avLst>
            </a:prstGeom>
            <a:solidFill>
              <a:srgbClr val="425166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Implement role-based access, search/filter features, and notifications to improve accessibility and management.</a:t>
              </a:r>
              <a:endParaRPr lang="en-IN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2718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EA51A-FDFD-5955-98DE-D1124DBEB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5214E160-B0AF-3562-28E0-91E5DE877034}"/>
              </a:ext>
            </a:extLst>
          </p:cNvPr>
          <p:cNvGrpSpPr/>
          <p:nvPr/>
        </p:nvGrpSpPr>
        <p:grpSpPr>
          <a:xfrm>
            <a:off x="740632" y="1162476"/>
            <a:ext cx="3920401" cy="3063729"/>
            <a:chOff x="740632" y="1314876"/>
            <a:chExt cx="3920401" cy="3063729"/>
          </a:xfrm>
        </p:grpSpPr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021FA1BB-6A43-0BDE-9997-CAB970ADE68F}"/>
                </a:ext>
              </a:extLst>
            </p:cNvPr>
            <p:cNvSpPr/>
            <p:nvPr/>
          </p:nvSpPr>
          <p:spPr>
            <a:xfrm>
              <a:off x="740632" y="1314876"/>
              <a:ext cx="3920401" cy="737906"/>
            </a:xfrm>
            <a:prstGeom prst="roundRect">
              <a:avLst>
                <a:gd name="adj" fmla="val 50000"/>
              </a:avLst>
            </a:prstGeom>
            <a:solidFill>
              <a:srgbClr val="425166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The system uses a client-server architecture, where frontend communicates with backend through APIs.</a:t>
              </a:r>
              <a:endParaRPr lang="en-IN" sz="1200" dirty="0">
                <a:solidFill>
                  <a:schemeClr val="bg1"/>
                </a:solidFill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01C28D1-0C6D-843E-DD6F-8F26FFCBB435}"/>
                </a:ext>
              </a:extLst>
            </p:cNvPr>
            <p:cNvGrpSpPr/>
            <p:nvPr/>
          </p:nvGrpSpPr>
          <p:grpSpPr>
            <a:xfrm>
              <a:off x="977300" y="2479394"/>
              <a:ext cx="3447065" cy="1899211"/>
              <a:chOff x="7488662" y="2791001"/>
              <a:chExt cx="3133695" cy="3058696"/>
            </a:xfrm>
          </p:grpSpPr>
          <p:sp>
            <p:nvSpPr>
              <p:cNvPr id="24" name="Arrow: Bent-Up 23">
                <a:extLst>
                  <a:ext uri="{FF2B5EF4-FFF2-40B4-BE49-F238E27FC236}">
                    <a16:creationId xmlns:a16="http://schemas.microsoft.com/office/drawing/2014/main" id="{9ABD59F8-1796-B501-AE5D-65C56CAF28E1}"/>
                  </a:ext>
                </a:extLst>
              </p:cNvPr>
              <p:cNvSpPr/>
              <p:nvPr/>
            </p:nvSpPr>
            <p:spPr>
              <a:xfrm rot="5400000">
                <a:off x="7673760" y="4255115"/>
                <a:ext cx="959723" cy="284119"/>
              </a:xfrm>
              <a:prstGeom prst="bentUpArrow">
                <a:avLst>
                  <a:gd name="adj1" fmla="val 13828"/>
                  <a:gd name="adj2" fmla="val 37077"/>
                  <a:gd name="adj3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 dirty="0"/>
              </a:p>
            </p:txBody>
          </p:sp>
          <p:sp>
            <p:nvSpPr>
              <p:cNvPr id="27" name="Arrow: Bent-Up 26">
                <a:extLst>
                  <a:ext uri="{FF2B5EF4-FFF2-40B4-BE49-F238E27FC236}">
                    <a16:creationId xmlns:a16="http://schemas.microsoft.com/office/drawing/2014/main" id="{7DFACDB6-8AD6-1365-1B55-00A837987CA0}"/>
                  </a:ext>
                </a:extLst>
              </p:cNvPr>
              <p:cNvSpPr/>
              <p:nvPr/>
            </p:nvSpPr>
            <p:spPr>
              <a:xfrm rot="5400000">
                <a:off x="7672849" y="5063417"/>
                <a:ext cx="959723" cy="284119"/>
              </a:xfrm>
              <a:prstGeom prst="bentUpArrow">
                <a:avLst>
                  <a:gd name="adj1" fmla="val 13828"/>
                  <a:gd name="adj2" fmla="val 37077"/>
                  <a:gd name="adj3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 dirty="0"/>
              </a:p>
            </p:txBody>
          </p:sp>
          <p:sp>
            <p:nvSpPr>
              <p:cNvPr id="28" name="Arrow: Bent-Up 27">
                <a:extLst>
                  <a:ext uri="{FF2B5EF4-FFF2-40B4-BE49-F238E27FC236}">
                    <a16:creationId xmlns:a16="http://schemas.microsoft.com/office/drawing/2014/main" id="{9D66C6E7-C6EC-DFEC-FF56-58DE5EC6BE84}"/>
                  </a:ext>
                </a:extLst>
              </p:cNvPr>
              <p:cNvSpPr/>
              <p:nvPr/>
            </p:nvSpPr>
            <p:spPr>
              <a:xfrm rot="5400000">
                <a:off x="7673146" y="3451021"/>
                <a:ext cx="959723" cy="284119"/>
              </a:xfrm>
              <a:prstGeom prst="bentUpArrow">
                <a:avLst>
                  <a:gd name="adj1" fmla="val 13828"/>
                  <a:gd name="adj2" fmla="val 37077"/>
                  <a:gd name="adj3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 dirty="0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409F3372-D9B8-F070-5BD4-E4CB6CB66CD3}"/>
                  </a:ext>
                </a:extLst>
              </p:cNvPr>
              <p:cNvGrpSpPr/>
              <p:nvPr/>
            </p:nvGrpSpPr>
            <p:grpSpPr>
              <a:xfrm>
                <a:off x="7488662" y="2791001"/>
                <a:ext cx="3133695" cy="3058696"/>
                <a:chOff x="8171065" y="2638067"/>
                <a:chExt cx="1768889" cy="3364566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C1ECD0B2-16B7-FF3E-0CA7-27E0987C9865}"/>
                    </a:ext>
                  </a:extLst>
                </p:cNvPr>
                <p:cNvSpPr/>
                <p:nvPr/>
              </p:nvSpPr>
              <p:spPr>
                <a:xfrm>
                  <a:off x="8171065" y="2638067"/>
                  <a:ext cx="1768889" cy="3364566"/>
                </a:xfrm>
                <a:prstGeom prst="rect">
                  <a:avLst/>
                </a:prstGeom>
                <a:noFill/>
              </p:spPr>
              <p:txBody>
                <a:bodyPr/>
                <a:lstStyle/>
                <a:p>
                  <a:endParaRPr lang="en-IN" sz="1200" dirty="0"/>
                </a:p>
              </p:txBody>
            </p:sp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0B0A6618-B777-F402-C857-652F14AF0299}"/>
                    </a:ext>
                  </a:extLst>
                </p:cNvPr>
                <p:cNvSpPr/>
                <p:nvPr/>
              </p:nvSpPr>
              <p:spPr>
                <a:xfrm>
                  <a:off x="8347262" y="2638067"/>
                  <a:ext cx="1416493" cy="70824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>
                      <a:solidFill>
                        <a:schemeClr val="bg1"/>
                      </a:solidFill>
                    </a:rPr>
                    <a:t>It Follows A Three-tire Architecture:</a:t>
                  </a:r>
                  <a:endParaRPr lang="en-IN" sz="11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AB024384-F27D-676B-B8BA-8F56ADE65B06}"/>
                    </a:ext>
                  </a:extLst>
                </p:cNvPr>
                <p:cNvSpPr/>
                <p:nvPr/>
              </p:nvSpPr>
              <p:spPr>
                <a:xfrm>
                  <a:off x="8630561" y="3523572"/>
                  <a:ext cx="1133194" cy="70824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bg1"/>
                      </a:solidFill>
                    </a:rPr>
                    <a:t>Frontend (React + Vite), </a:t>
                  </a:r>
                  <a:endParaRPr lang="en-IN" sz="1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8E933ED2-5EA0-E491-546D-D987103F4841}"/>
                    </a:ext>
                  </a:extLst>
                </p:cNvPr>
                <p:cNvSpPr/>
                <p:nvPr/>
              </p:nvSpPr>
              <p:spPr>
                <a:xfrm>
                  <a:off x="8630561" y="4408880"/>
                  <a:ext cx="1133194" cy="70824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bg1"/>
                      </a:solidFill>
                    </a:rPr>
                    <a:t>Backend (Node.js + Express),</a:t>
                  </a:r>
                </a:p>
              </p:txBody>
            </p:sp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AF9C31F7-53B9-CE3D-B861-30907C00933F}"/>
                    </a:ext>
                  </a:extLst>
                </p:cNvPr>
                <p:cNvSpPr/>
                <p:nvPr/>
              </p:nvSpPr>
              <p:spPr>
                <a:xfrm>
                  <a:off x="8630561" y="5294189"/>
                  <a:ext cx="1133194" cy="70824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425166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bg1"/>
                      </a:solidFill>
                    </a:rPr>
                    <a:t>Database (MongoDB + Cloudinary )</a:t>
                  </a:r>
                  <a:endParaRPr lang="en-IN" sz="1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012944A-C959-7945-3321-25D112B3994D}"/>
              </a:ext>
            </a:extLst>
          </p:cNvPr>
          <p:cNvGrpSpPr/>
          <p:nvPr/>
        </p:nvGrpSpPr>
        <p:grpSpPr>
          <a:xfrm>
            <a:off x="4846020" y="458804"/>
            <a:ext cx="2499960" cy="475200"/>
            <a:chOff x="4846020" y="550244"/>
            <a:chExt cx="2499960" cy="475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DA119F2-C228-D6FB-881D-124C6795658A}"/>
                </a:ext>
              </a:extLst>
            </p:cNvPr>
            <p:cNvSpPr/>
            <p:nvPr/>
          </p:nvSpPr>
          <p:spPr>
            <a:xfrm>
              <a:off x="4846020" y="550244"/>
              <a:ext cx="2499960" cy="4752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8631C5"/>
                </a:gs>
                <a:gs pos="41000">
                  <a:srgbClr val="2F8FF9"/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IN" sz="2200" dirty="0"/>
                <a:t>System Design</a:t>
              </a:r>
            </a:p>
          </p:txBody>
        </p:sp>
        <p:pic>
          <p:nvPicPr>
            <p:cNvPr id="31" name="Graphic 30" descr="Computer with solid fill">
              <a:extLst>
                <a:ext uri="{FF2B5EF4-FFF2-40B4-BE49-F238E27FC236}">
                  <a16:creationId xmlns:a16="http://schemas.microsoft.com/office/drawing/2014/main" id="{B55F7176-74F8-0FC6-28BA-09920E8533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48323" y="571573"/>
              <a:ext cx="426575" cy="426575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9FB4728-2B71-4725-51D9-30403897E9CA}"/>
              </a:ext>
            </a:extLst>
          </p:cNvPr>
          <p:cNvGrpSpPr/>
          <p:nvPr/>
        </p:nvGrpSpPr>
        <p:grpSpPr>
          <a:xfrm>
            <a:off x="5356478" y="1182796"/>
            <a:ext cx="6439545" cy="4643472"/>
            <a:chOff x="1487947" y="-124889"/>
            <a:chExt cx="7083500" cy="510781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5D1BB61-718F-DC13-386D-A0BD2062AC1D}"/>
                </a:ext>
              </a:extLst>
            </p:cNvPr>
            <p:cNvSpPr/>
            <p:nvPr/>
          </p:nvSpPr>
          <p:spPr>
            <a:xfrm>
              <a:off x="1487947" y="-124889"/>
              <a:ext cx="7083500" cy="5107819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r>
                <a:rPr lang="en-IN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System Architecture</a:t>
              </a:r>
              <a:endParaRPr lang="en-IN" sz="14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IN" sz="14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IN" sz="14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IN" sz="14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IN" sz="14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IN" sz="14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IN" sz="16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IN" sz="16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IN" sz="16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IN" sz="16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IN" sz="16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IN" sz="16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IN" sz="16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IN" sz="16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IN" sz="16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IN" sz="16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IN" sz="16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IN" sz="16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IN" sz="16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18868B9-A818-5D40-B503-E5F165F4DC09}"/>
                </a:ext>
              </a:extLst>
            </p:cNvPr>
            <p:cNvGrpSpPr/>
            <p:nvPr/>
          </p:nvGrpSpPr>
          <p:grpSpPr>
            <a:xfrm>
              <a:off x="1770883" y="3225155"/>
              <a:ext cx="6494769" cy="1236653"/>
              <a:chOff x="1780617" y="3225155"/>
              <a:chExt cx="6494769" cy="1236653"/>
            </a:xfrm>
          </p:grpSpPr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1EE7A6CB-3B69-49C9-A5CB-AC488D119AE7}"/>
                  </a:ext>
                </a:extLst>
              </p:cNvPr>
              <p:cNvSpPr/>
              <p:nvPr/>
            </p:nvSpPr>
            <p:spPr>
              <a:xfrm>
                <a:off x="1780617" y="3232775"/>
                <a:ext cx="4392000" cy="1229033"/>
              </a:xfrm>
              <a:prstGeom prst="roundRect">
                <a:avLst/>
              </a:prstGeom>
              <a:solidFill>
                <a:srgbClr val="333F50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100" dirty="0"/>
                  <a:t>Data Layer</a:t>
                </a:r>
              </a:p>
              <a:p>
                <a:pPr algn="ctr"/>
                <a:endParaRPr lang="en-IN" sz="1100" dirty="0"/>
              </a:p>
              <a:p>
                <a:pPr algn="ctr"/>
                <a:endParaRPr lang="en-IN" sz="1100" dirty="0"/>
              </a:p>
              <a:p>
                <a:pPr algn="ctr"/>
                <a:endParaRPr lang="en-IN" sz="1100" dirty="0"/>
              </a:p>
              <a:p>
                <a:pPr algn="ctr"/>
                <a:endParaRPr lang="en-IN" sz="1100" dirty="0"/>
              </a:p>
            </p:txBody>
          </p:sp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3AEA28E-4BF4-1ED4-38DA-06BBAD491F83}"/>
                  </a:ext>
                </a:extLst>
              </p:cNvPr>
              <p:cNvSpPr/>
              <p:nvPr/>
            </p:nvSpPr>
            <p:spPr>
              <a:xfrm>
                <a:off x="6270921" y="3225155"/>
                <a:ext cx="2004465" cy="1229033"/>
              </a:xfrm>
              <a:prstGeom prst="roundRect">
                <a:avLst/>
              </a:prstGeom>
              <a:solidFill>
                <a:srgbClr val="333F50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100" dirty="0"/>
                  <a:t>External Services</a:t>
                </a:r>
              </a:p>
              <a:p>
                <a:pPr algn="ctr"/>
                <a:endParaRPr lang="en-IN" sz="1100" dirty="0"/>
              </a:p>
              <a:p>
                <a:pPr algn="ctr"/>
                <a:endParaRPr lang="en-IN" sz="1100" dirty="0"/>
              </a:p>
              <a:p>
                <a:pPr algn="ctr"/>
                <a:endParaRPr lang="en-IN" sz="1100" dirty="0"/>
              </a:p>
              <a:p>
                <a:pPr algn="ctr"/>
                <a:endParaRPr lang="en-IN" sz="1100" dirty="0"/>
              </a:p>
            </p:txBody>
          </p:sp>
        </p:grp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756E85D7-200F-8E22-948E-1717C41018C8}"/>
                </a:ext>
              </a:extLst>
            </p:cNvPr>
            <p:cNvSpPr/>
            <p:nvPr/>
          </p:nvSpPr>
          <p:spPr>
            <a:xfrm>
              <a:off x="1804642" y="499079"/>
              <a:ext cx="6290869" cy="1015730"/>
            </a:xfrm>
            <a:prstGeom prst="roundRect">
              <a:avLst/>
            </a:prstGeom>
            <a:solidFill>
              <a:srgbClr val="333F50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/>
                <a:t>Client Layer</a:t>
              </a:r>
            </a:p>
            <a:p>
              <a:pPr algn="ctr"/>
              <a:endParaRPr lang="en-IN" sz="1100" dirty="0"/>
            </a:p>
            <a:p>
              <a:pPr algn="ctr"/>
              <a:endParaRPr lang="en-IN" sz="1100" dirty="0"/>
            </a:p>
            <a:p>
              <a:pPr algn="ctr"/>
              <a:endParaRPr lang="en-IN" sz="1100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EA5B70E-0CA3-DFFF-03BD-66AD3C4DEDD3}"/>
                </a:ext>
              </a:extLst>
            </p:cNvPr>
            <p:cNvSpPr/>
            <p:nvPr/>
          </p:nvSpPr>
          <p:spPr>
            <a:xfrm>
              <a:off x="3208201" y="908925"/>
              <a:ext cx="882963" cy="310843"/>
            </a:xfrm>
            <a:prstGeom prst="rect">
              <a:avLst/>
            </a:prstGeom>
            <a:solidFill>
              <a:srgbClr val="425166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bg1"/>
                  </a:solidFill>
                </a:rPr>
                <a:t>Student UI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F749E5E-3BF7-C929-4C51-6B981789598B}"/>
                </a:ext>
              </a:extLst>
            </p:cNvPr>
            <p:cNvSpPr/>
            <p:nvPr/>
          </p:nvSpPr>
          <p:spPr>
            <a:xfrm>
              <a:off x="7004962" y="920101"/>
              <a:ext cx="882963" cy="310843"/>
            </a:xfrm>
            <a:prstGeom prst="rect">
              <a:avLst/>
            </a:prstGeom>
            <a:solidFill>
              <a:srgbClr val="425166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bg1"/>
                  </a:solidFill>
                </a:rPr>
                <a:t>Auth UI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899733B-56A4-0D6E-089B-1DBFF3552373}"/>
                </a:ext>
              </a:extLst>
            </p:cNvPr>
            <p:cNvSpPr/>
            <p:nvPr/>
          </p:nvSpPr>
          <p:spPr>
            <a:xfrm>
              <a:off x="5772741" y="926674"/>
              <a:ext cx="882963" cy="310843"/>
            </a:xfrm>
            <a:prstGeom prst="rect">
              <a:avLst/>
            </a:prstGeom>
            <a:solidFill>
              <a:srgbClr val="425166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bg1"/>
                  </a:solidFill>
                </a:rPr>
                <a:t>Teacher UI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5BB1FF3F-6E45-0EFA-8DD8-FE38DE5EDE60}"/>
                </a:ext>
              </a:extLst>
            </p:cNvPr>
            <p:cNvSpPr/>
            <p:nvPr/>
          </p:nvSpPr>
          <p:spPr>
            <a:xfrm>
              <a:off x="1738421" y="1808570"/>
              <a:ext cx="6582552" cy="1117303"/>
            </a:xfrm>
            <a:prstGeom prst="roundRect">
              <a:avLst/>
            </a:prstGeom>
            <a:solidFill>
              <a:srgbClr val="333F50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/>
                <a:t>Service Layer</a:t>
              </a:r>
            </a:p>
            <a:p>
              <a:pPr algn="ctr"/>
              <a:endParaRPr lang="en-IN" sz="1100" dirty="0"/>
            </a:p>
            <a:p>
              <a:pPr algn="ctr"/>
              <a:endParaRPr lang="en-IN" sz="1100" dirty="0"/>
            </a:p>
            <a:p>
              <a:pPr algn="ctr"/>
              <a:endParaRPr lang="en-IN" sz="1100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C515B0A-F3F3-5C39-EABB-C2BCB658EB5B}"/>
                </a:ext>
              </a:extLst>
            </p:cNvPr>
            <p:cNvSpPr/>
            <p:nvPr/>
          </p:nvSpPr>
          <p:spPr>
            <a:xfrm>
              <a:off x="1894824" y="2236390"/>
              <a:ext cx="1081894" cy="405710"/>
            </a:xfrm>
            <a:prstGeom prst="rect">
              <a:avLst/>
            </a:prstGeom>
            <a:solidFill>
              <a:srgbClr val="425166"/>
            </a:solidFill>
            <a:ln w="31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Notification</a:t>
              </a:r>
              <a:r>
                <a:rPr lang="en-IN" sz="1050" dirty="0"/>
                <a:t> Controller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740DE57-B16F-9903-8ACB-888D772F9229}"/>
                </a:ext>
              </a:extLst>
            </p:cNvPr>
            <p:cNvSpPr/>
            <p:nvPr/>
          </p:nvSpPr>
          <p:spPr>
            <a:xfrm>
              <a:off x="3163494" y="2249487"/>
              <a:ext cx="983540" cy="368827"/>
            </a:xfrm>
            <a:prstGeom prst="rect">
              <a:avLst/>
            </a:prstGeom>
            <a:solidFill>
              <a:srgbClr val="425166"/>
            </a:solidFill>
            <a:ln w="31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Bookmark Controller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95CEC06-C872-536B-A0E7-788A7AD7B49D}"/>
                </a:ext>
              </a:extLst>
            </p:cNvPr>
            <p:cNvSpPr/>
            <p:nvPr/>
          </p:nvSpPr>
          <p:spPr>
            <a:xfrm>
              <a:off x="4382987" y="2249487"/>
              <a:ext cx="983540" cy="368827"/>
            </a:xfrm>
            <a:prstGeom prst="rect">
              <a:avLst/>
            </a:prstGeom>
            <a:solidFill>
              <a:srgbClr val="425166"/>
            </a:solidFill>
            <a:ln w="31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Student Controller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12DD9FB-2266-0D6A-2D1D-A4AEC8857F60}"/>
                </a:ext>
              </a:extLst>
            </p:cNvPr>
            <p:cNvSpPr/>
            <p:nvPr/>
          </p:nvSpPr>
          <p:spPr>
            <a:xfrm>
              <a:off x="5620790" y="2249487"/>
              <a:ext cx="983540" cy="368827"/>
            </a:xfrm>
            <a:prstGeom prst="rect">
              <a:avLst/>
            </a:prstGeom>
            <a:solidFill>
              <a:srgbClr val="425166"/>
            </a:solidFill>
            <a:ln w="31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Resource Controller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447C5C2-B92E-4079-5DEB-B2C4702DA696}"/>
                </a:ext>
              </a:extLst>
            </p:cNvPr>
            <p:cNvSpPr/>
            <p:nvPr/>
          </p:nvSpPr>
          <p:spPr>
            <a:xfrm>
              <a:off x="6858593" y="2249486"/>
              <a:ext cx="983540" cy="368827"/>
            </a:xfrm>
            <a:prstGeom prst="rect">
              <a:avLst/>
            </a:prstGeom>
            <a:solidFill>
              <a:srgbClr val="425166"/>
            </a:solidFill>
            <a:ln w="31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Auth Controller</a:t>
              </a:r>
            </a:p>
          </p:txBody>
        </p:sp>
        <p:sp>
          <p:nvSpPr>
            <p:cNvPr id="51" name="Cylinder 50">
              <a:extLst>
                <a:ext uri="{FF2B5EF4-FFF2-40B4-BE49-F238E27FC236}">
                  <a16:creationId xmlns:a16="http://schemas.microsoft.com/office/drawing/2014/main" id="{9AE1D639-9DD2-EA9E-8750-01CF12F77909}"/>
                </a:ext>
              </a:extLst>
            </p:cNvPr>
            <p:cNvSpPr/>
            <p:nvPr/>
          </p:nvSpPr>
          <p:spPr>
            <a:xfrm>
              <a:off x="1871113" y="3667461"/>
              <a:ext cx="888698" cy="538355"/>
            </a:xfrm>
            <a:prstGeom prst="can">
              <a:avLst/>
            </a:prstGeom>
            <a:solidFill>
              <a:srgbClr val="425166"/>
            </a:solidFill>
            <a:ln w="31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Notification Collection</a:t>
              </a:r>
            </a:p>
          </p:txBody>
        </p:sp>
        <p:sp>
          <p:nvSpPr>
            <p:cNvPr id="52" name="Cylinder 51">
              <a:extLst>
                <a:ext uri="{FF2B5EF4-FFF2-40B4-BE49-F238E27FC236}">
                  <a16:creationId xmlns:a16="http://schemas.microsoft.com/office/drawing/2014/main" id="{94E899DF-8876-9E71-4C04-24D4CA356464}"/>
                </a:ext>
              </a:extLst>
            </p:cNvPr>
            <p:cNvSpPr/>
            <p:nvPr/>
          </p:nvSpPr>
          <p:spPr>
            <a:xfrm>
              <a:off x="2966246" y="3675446"/>
              <a:ext cx="888698" cy="538355"/>
            </a:xfrm>
            <a:prstGeom prst="can">
              <a:avLst/>
            </a:prstGeom>
            <a:solidFill>
              <a:srgbClr val="425166"/>
            </a:solidFill>
            <a:ln w="31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Bookmark  Collection</a:t>
              </a:r>
            </a:p>
          </p:txBody>
        </p:sp>
        <p:sp>
          <p:nvSpPr>
            <p:cNvPr id="53" name="Cylinder 52">
              <a:extLst>
                <a:ext uri="{FF2B5EF4-FFF2-40B4-BE49-F238E27FC236}">
                  <a16:creationId xmlns:a16="http://schemas.microsoft.com/office/drawing/2014/main" id="{F901461E-1527-A6D0-80E0-425CB673B329}"/>
                </a:ext>
              </a:extLst>
            </p:cNvPr>
            <p:cNvSpPr/>
            <p:nvPr/>
          </p:nvSpPr>
          <p:spPr>
            <a:xfrm>
              <a:off x="4061379" y="3675446"/>
              <a:ext cx="888698" cy="538355"/>
            </a:xfrm>
            <a:prstGeom prst="can">
              <a:avLst/>
            </a:prstGeom>
            <a:solidFill>
              <a:srgbClr val="425166"/>
            </a:solidFill>
            <a:ln w="31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Resource Collection</a:t>
              </a:r>
            </a:p>
          </p:txBody>
        </p:sp>
        <p:sp>
          <p:nvSpPr>
            <p:cNvPr id="54" name="Cylinder 53">
              <a:extLst>
                <a:ext uri="{FF2B5EF4-FFF2-40B4-BE49-F238E27FC236}">
                  <a16:creationId xmlns:a16="http://schemas.microsoft.com/office/drawing/2014/main" id="{EF29413C-165B-215E-DB32-131CDEF95778}"/>
                </a:ext>
              </a:extLst>
            </p:cNvPr>
            <p:cNvSpPr/>
            <p:nvPr/>
          </p:nvSpPr>
          <p:spPr>
            <a:xfrm>
              <a:off x="5156513" y="3667462"/>
              <a:ext cx="888698" cy="538355"/>
            </a:xfrm>
            <a:prstGeom prst="can">
              <a:avLst/>
            </a:prstGeom>
            <a:solidFill>
              <a:srgbClr val="425166"/>
            </a:solidFill>
            <a:ln w="31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User Collection</a:t>
              </a:r>
            </a:p>
          </p:txBody>
        </p:sp>
        <p:sp>
          <p:nvSpPr>
            <p:cNvPr id="55" name="Cylinder 54">
              <a:extLst>
                <a:ext uri="{FF2B5EF4-FFF2-40B4-BE49-F238E27FC236}">
                  <a16:creationId xmlns:a16="http://schemas.microsoft.com/office/drawing/2014/main" id="{C7748C89-354B-5A41-7D8B-B4F29A12204F}"/>
                </a:ext>
              </a:extLst>
            </p:cNvPr>
            <p:cNvSpPr/>
            <p:nvPr/>
          </p:nvSpPr>
          <p:spPr>
            <a:xfrm>
              <a:off x="6416943" y="3675446"/>
              <a:ext cx="888698" cy="538355"/>
            </a:xfrm>
            <a:prstGeom prst="can">
              <a:avLst/>
            </a:prstGeom>
            <a:solidFill>
              <a:srgbClr val="425166"/>
            </a:solidFill>
            <a:ln w="31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Cloudinary</a:t>
              </a:r>
            </a:p>
          </p:txBody>
        </p:sp>
        <p:sp>
          <p:nvSpPr>
            <p:cNvPr id="56" name="Cylinder 55">
              <a:extLst>
                <a:ext uri="{FF2B5EF4-FFF2-40B4-BE49-F238E27FC236}">
                  <a16:creationId xmlns:a16="http://schemas.microsoft.com/office/drawing/2014/main" id="{D42C6A86-02D6-D0AF-2D5E-22112AAB620D}"/>
                </a:ext>
              </a:extLst>
            </p:cNvPr>
            <p:cNvSpPr/>
            <p:nvPr/>
          </p:nvSpPr>
          <p:spPr>
            <a:xfrm>
              <a:off x="7493930" y="3675446"/>
              <a:ext cx="606993" cy="538355"/>
            </a:xfrm>
            <a:prstGeom prst="can">
              <a:avLst/>
            </a:prstGeom>
            <a:solidFill>
              <a:srgbClr val="425166"/>
            </a:solidFill>
            <a:ln w="31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Resend</a:t>
              </a:r>
            </a:p>
          </p:txBody>
        </p:sp>
        <p:cxnSp>
          <p:nvCxnSpPr>
            <p:cNvPr id="57" name="Connector: Curved 56">
              <a:extLst>
                <a:ext uri="{FF2B5EF4-FFF2-40B4-BE49-F238E27FC236}">
                  <a16:creationId xmlns:a16="http://schemas.microsoft.com/office/drawing/2014/main" id="{390F89D6-7A8F-FCA5-46A9-E9AE0F4FC36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435772" y="1237516"/>
              <a:ext cx="1219493" cy="1011969"/>
            </a:xfrm>
            <a:prstGeom prst="curvedConnector3">
              <a:avLst>
                <a:gd name="adj1" fmla="val 91448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Connector: Curved 57">
              <a:extLst>
                <a:ext uri="{FF2B5EF4-FFF2-40B4-BE49-F238E27FC236}">
                  <a16:creationId xmlns:a16="http://schemas.microsoft.com/office/drawing/2014/main" id="{B399DA5C-5B3B-DA15-192B-C549090E6F1E}"/>
                </a:ext>
              </a:extLst>
            </p:cNvPr>
            <p:cNvCxnSpPr>
              <a:cxnSpLocks/>
              <a:stCxn id="42" idx="2"/>
            </p:cNvCxnSpPr>
            <p:nvPr/>
          </p:nvCxnSpPr>
          <p:spPr>
            <a:xfrm rot="16200000" flipH="1">
              <a:off x="3140413" y="1729037"/>
              <a:ext cx="1018541" cy="1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Connector: Curved 58">
              <a:extLst>
                <a:ext uri="{FF2B5EF4-FFF2-40B4-BE49-F238E27FC236}">
                  <a16:creationId xmlns:a16="http://schemas.microsoft.com/office/drawing/2014/main" id="{540804A3-0686-7E94-7998-F4B8601E74F8}"/>
                </a:ext>
              </a:extLst>
            </p:cNvPr>
            <p:cNvCxnSpPr>
              <a:cxnSpLocks/>
              <a:stCxn id="42" idx="2"/>
              <a:endCxn id="49" idx="0"/>
            </p:cNvCxnSpPr>
            <p:nvPr/>
          </p:nvCxnSpPr>
          <p:spPr>
            <a:xfrm rot="16200000" flipH="1">
              <a:off x="4366262" y="503189"/>
              <a:ext cx="1029719" cy="2462878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Connector: Curved 59">
              <a:extLst>
                <a:ext uri="{FF2B5EF4-FFF2-40B4-BE49-F238E27FC236}">
                  <a16:creationId xmlns:a16="http://schemas.microsoft.com/office/drawing/2014/main" id="{CE66EE0E-7A8C-E772-2603-7A5C22C63B0D}"/>
                </a:ext>
              </a:extLst>
            </p:cNvPr>
            <p:cNvCxnSpPr>
              <a:cxnSpLocks/>
              <a:stCxn id="42" idx="2"/>
              <a:endCxn id="50" idx="0"/>
            </p:cNvCxnSpPr>
            <p:nvPr/>
          </p:nvCxnSpPr>
          <p:spPr>
            <a:xfrm rot="16200000" flipH="1">
              <a:off x="4985164" y="-115714"/>
              <a:ext cx="1029718" cy="3700681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Connector: Curved 60">
              <a:extLst>
                <a:ext uri="{FF2B5EF4-FFF2-40B4-BE49-F238E27FC236}">
                  <a16:creationId xmlns:a16="http://schemas.microsoft.com/office/drawing/2014/main" id="{21E46444-7640-F83B-E047-4EF27E08ECD8}"/>
                </a:ext>
              </a:extLst>
            </p:cNvPr>
            <p:cNvCxnSpPr>
              <a:cxnSpLocks/>
              <a:stCxn id="44" idx="2"/>
              <a:endCxn id="49" idx="0"/>
            </p:cNvCxnSpPr>
            <p:nvPr/>
          </p:nvCxnSpPr>
          <p:spPr>
            <a:xfrm rot="5400000">
              <a:off x="5657407" y="1692671"/>
              <a:ext cx="1011970" cy="101663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Connector: Curved 61">
              <a:extLst>
                <a:ext uri="{FF2B5EF4-FFF2-40B4-BE49-F238E27FC236}">
                  <a16:creationId xmlns:a16="http://schemas.microsoft.com/office/drawing/2014/main" id="{C35054FF-2D4C-373A-4066-DA9FADCD18FF}"/>
                </a:ext>
              </a:extLst>
            </p:cNvPr>
            <p:cNvCxnSpPr>
              <a:cxnSpLocks/>
              <a:stCxn id="44" idx="2"/>
              <a:endCxn id="50" idx="0"/>
            </p:cNvCxnSpPr>
            <p:nvPr/>
          </p:nvCxnSpPr>
          <p:spPr>
            <a:xfrm rot="16200000" flipH="1">
              <a:off x="6276309" y="1175431"/>
              <a:ext cx="1011969" cy="1136140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Connector: Curved 62">
              <a:extLst>
                <a:ext uri="{FF2B5EF4-FFF2-40B4-BE49-F238E27FC236}">
                  <a16:creationId xmlns:a16="http://schemas.microsoft.com/office/drawing/2014/main" id="{B23A0C85-39FA-7F38-6766-04D49D281CEC}"/>
                </a:ext>
              </a:extLst>
            </p:cNvPr>
            <p:cNvCxnSpPr>
              <a:cxnSpLocks/>
              <a:stCxn id="43" idx="2"/>
            </p:cNvCxnSpPr>
            <p:nvPr/>
          </p:nvCxnSpPr>
          <p:spPr>
            <a:xfrm rot="5400000">
              <a:off x="6894354" y="1697396"/>
              <a:ext cx="1018542" cy="85639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34C94169-A3EE-31B9-CFA2-C3E156FE570B}"/>
                </a:ext>
              </a:extLst>
            </p:cNvPr>
            <p:cNvCxnSpPr>
              <a:cxnSpLocks/>
              <a:stCxn id="46" idx="2"/>
              <a:endCxn id="51" idx="1"/>
            </p:cNvCxnSpPr>
            <p:nvPr/>
          </p:nvCxnSpPr>
          <p:spPr>
            <a:xfrm flipH="1">
              <a:off x="2315462" y="2642100"/>
              <a:ext cx="120309" cy="10253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34996D85-34D3-0E05-8F05-29ABF3F9C3E0}"/>
                </a:ext>
              </a:extLst>
            </p:cNvPr>
            <p:cNvCxnSpPr>
              <a:cxnSpLocks/>
              <a:endCxn id="52" idx="1"/>
            </p:cNvCxnSpPr>
            <p:nvPr/>
          </p:nvCxnSpPr>
          <p:spPr>
            <a:xfrm flipH="1">
              <a:off x="3410595" y="2618313"/>
              <a:ext cx="239087" cy="10571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Connector: Curved 65">
              <a:extLst>
                <a:ext uri="{FF2B5EF4-FFF2-40B4-BE49-F238E27FC236}">
                  <a16:creationId xmlns:a16="http://schemas.microsoft.com/office/drawing/2014/main" id="{B8C71539-82B5-6822-D919-5B7A6A25AF55}"/>
                </a:ext>
              </a:extLst>
            </p:cNvPr>
            <p:cNvCxnSpPr>
              <a:cxnSpLocks/>
              <a:stCxn id="48" idx="2"/>
              <a:endCxn id="54" idx="1"/>
            </p:cNvCxnSpPr>
            <p:nvPr/>
          </p:nvCxnSpPr>
          <p:spPr>
            <a:xfrm rot="16200000" flipH="1">
              <a:off x="4713235" y="2779835"/>
              <a:ext cx="1049148" cy="726105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Connector: Curved 66">
              <a:extLst>
                <a:ext uri="{FF2B5EF4-FFF2-40B4-BE49-F238E27FC236}">
                  <a16:creationId xmlns:a16="http://schemas.microsoft.com/office/drawing/2014/main" id="{C9236114-4EB4-CCF2-D023-ABFDE37E32DE}"/>
                </a:ext>
              </a:extLst>
            </p:cNvPr>
            <p:cNvCxnSpPr>
              <a:cxnSpLocks/>
              <a:stCxn id="49" idx="2"/>
              <a:endCxn id="53" idx="1"/>
            </p:cNvCxnSpPr>
            <p:nvPr/>
          </p:nvCxnSpPr>
          <p:spPr>
            <a:xfrm rot="5400000">
              <a:off x="4780578" y="2343464"/>
              <a:ext cx="1057132" cy="1606832"/>
            </a:xfrm>
            <a:prstGeom prst="curvedConnector3">
              <a:avLst>
                <a:gd name="adj1" fmla="val 40629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Connector: Curved 67">
              <a:extLst>
                <a:ext uri="{FF2B5EF4-FFF2-40B4-BE49-F238E27FC236}">
                  <a16:creationId xmlns:a16="http://schemas.microsoft.com/office/drawing/2014/main" id="{7C817A58-393B-4C93-0353-FB0F9A8D8135}"/>
                </a:ext>
              </a:extLst>
            </p:cNvPr>
            <p:cNvCxnSpPr>
              <a:cxnSpLocks/>
              <a:stCxn id="49" idx="2"/>
              <a:endCxn id="55" idx="1"/>
            </p:cNvCxnSpPr>
            <p:nvPr/>
          </p:nvCxnSpPr>
          <p:spPr>
            <a:xfrm rot="16200000" flipH="1">
              <a:off x="5958361" y="2772513"/>
              <a:ext cx="1057132" cy="748732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Connector: Curved 68">
              <a:extLst>
                <a:ext uri="{FF2B5EF4-FFF2-40B4-BE49-F238E27FC236}">
                  <a16:creationId xmlns:a16="http://schemas.microsoft.com/office/drawing/2014/main" id="{2F8FDEC1-D4FA-D9DF-809E-E8125A172AA3}"/>
                </a:ext>
              </a:extLst>
            </p:cNvPr>
            <p:cNvCxnSpPr>
              <a:cxnSpLocks/>
              <a:stCxn id="50" idx="2"/>
              <a:endCxn id="54" idx="1"/>
            </p:cNvCxnSpPr>
            <p:nvPr/>
          </p:nvCxnSpPr>
          <p:spPr>
            <a:xfrm rot="5400000">
              <a:off x="5951039" y="2268137"/>
              <a:ext cx="1049149" cy="1749501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Connector: Curved 69">
              <a:extLst>
                <a:ext uri="{FF2B5EF4-FFF2-40B4-BE49-F238E27FC236}">
                  <a16:creationId xmlns:a16="http://schemas.microsoft.com/office/drawing/2014/main" id="{9A28CADB-1A36-ED9A-9159-F10F5E45C90C}"/>
                </a:ext>
              </a:extLst>
            </p:cNvPr>
            <p:cNvCxnSpPr>
              <a:cxnSpLocks/>
              <a:stCxn id="50" idx="2"/>
              <a:endCxn id="56" idx="1"/>
            </p:cNvCxnSpPr>
            <p:nvPr/>
          </p:nvCxnSpPr>
          <p:spPr>
            <a:xfrm rot="16200000" flipH="1">
              <a:off x="7045329" y="2923347"/>
              <a:ext cx="1057133" cy="447064"/>
            </a:xfrm>
            <a:prstGeom prst="curvedConnector3">
              <a:avLst>
                <a:gd name="adj1" fmla="val 4135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94B8DA61-8DA5-ED51-BEF3-7E5FC41F1BB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92175344"/>
                  </p:ext>
                </p:extLst>
              </p:nvPr>
            </p:nvGraphicFramePr>
            <p:xfrm>
              <a:off x="1168555" y="4626043"/>
              <a:ext cx="3048000" cy="1714500"/>
            </p:xfrm>
            <a:graphic>
              <a:graphicData uri="http://schemas.microsoft.com/office/powerpoint/2016/slidezoom">
                <pslz:sldZm>
                  <pslz:sldZmObj sldId="259" cId="4161884826">
                    <pslz:zmPr id="{E315C6C0-9778-4346-9F32-D45B70FC5E6B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94B8DA61-8DA5-ED51-BEF3-7E5FC41F1BB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8555" y="462604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731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956A5-CC9B-7C6D-81B3-E5906322D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B0F58E-8485-21C5-07EB-D8968E967DA3}"/>
              </a:ext>
            </a:extLst>
          </p:cNvPr>
          <p:cNvSpPr txBox="1"/>
          <p:nvPr/>
        </p:nvSpPr>
        <p:spPr>
          <a:xfrm>
            <a:off x="4790031" y="1238741"/>
            <a:ext cx="26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Franklin Gothic Heavy" panose="020B0903020102020204" pitchFamily="34" charset="0"/>
              </a:rPr>
              <a:t>COLLEGE</a:t>
            </a:r>
            <a:r>
              <a:rPr lang="en-US" sz="2400" b="1" dirty="0">
                <a:solidFill>
                  <a:srgbClr val="00B0F0"/>
                </a:solidFill>
                <a:latin typeface="Franklin Gothic Heavy" panose="020B0903020102020204" pitchFamily="34" charset="0"/>
              </a:rPr>
              <a:t>PORTAL</a:t>
            </a:r>
            <a:endParaRPr lang="en-IN" sz="3600" b="1" dirty="0">
              <a:solidFill>
                <a:srgbClr val="00B0F0"/>
              </a:solidFill>
              <a:latin typeface="Franklin Gothic Heavy" panose="020B09030201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6012666-DFE0-B98C-2227-47668A63868E}"/>
              </a:ext>
            </a:extLst>
          </p:cNvPr>
          <p:cNvGrpSpPr/>
          <p:nvPr/>
        </p:nvGrpSpPr>
        <p:grpSpPr>
          <a:xfrm>
            <a:off x="5783726" y="388766"/>
            <a:ext cx="624548" cy="624548"/>
            <a:chOff x="6096000" y="2045115"/>
            <a:chExt cx="914400" cy="914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82C56FC-B9AF-E5AA-4D0D-D21800C848FB}"/>
                </a:ext>
              </a:extLst>
            </p:cNvPr>
            <p:cNvSpPr/>
            <p:nvPr/>
          </p:nvSpPr>
          <p:spPr>
            <a:xfrm>
              <a:off x="6096000" y="2095128"/>
              <a:ext cx="914400" cy="846385"/>
            </a:xfrm>
            <a:prstGeom prst="roundRect">
              <a:avLst>
                <a:gd name="adj" fmla="val 1996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  <p:pic>
          <p:nvPicPr>
            <p:cNvPr id="6" name="Graphic 5" descr="Graduation cap with solid fill">
              <a:extLst>
                <a:ext uri="{FF2B5EF4-FFF2-40B4-BE49-F238E27FC236}">
                  <a16:creationId xmlns:a16="http://schemas.microsoft.com/office/drawing/2014/main" id="{BCEDE6DF-C57B-54AE-EE1E-9ECA2ECF2A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096000" y="2045115"/>
              <a:ext cx="914400" cy="91440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556D689-E4E8-8C37-8018-68C016AAF756}"/>
              </a:ext>
            </a:extLst>
          </p:cNvPr>
          <p:cNvSpPr txBox="1"/>
          <p:nvPr/>
        </p:nvSpPr>
        <p:spPr>
          <a:xfrm rot="10800000" flipV="1">
            <a:off x="4797010" y="1612578"/>
            <a:ext cx="259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Your Gateway To Academic Excellence</a:t>
            </a:r>
            <a:endParaRPr lang="en-IN" sz="1200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6E2F7B2-EF3A-4B40-80A8-3455C8BE800A}"/>
              </a:ext>
            </a:extLst>
          </p:cNvPr>
          <p:cNvGrpSpPr/>
          <p:nvPr/>
        </p:nvGrpSpPr>
        <p:grpSpPr>
          <a:xfrm>
            <a:off x="4417298" y="2092573"/>
            <a:ext cx="3357404" cy="450623"/>
            <a:chOff x="4249428" y="2431988"/>
            <a:chExt cx="3693144" cy="54525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C13D326-C1AD-8F09-64E4-68FBAF060666}"/>
                </a:ext>
              </a:extLst>
            </p:cNvPr>
            <p:cNvSpPr/>
            <p:nvPr/>
          </p:nvSpPr>
          <p:spPr>
            <a:xfrm>
              <a:off x="4249428" y="2431988"/>
              <a:ext cx="3693144" cy="545254"/>
            </a:xfrm>
            <a:prstGeom prst="roundRect">
              <a:avLst>
                <a:gd name="adj" fmla="val 30703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2BA6F76-DD5B-373E-2240-8BD8956520ED}"/>
                </a:ext>
              </a:extLst>
            </p:cNvPr>
            <p:cNvSpPr/>
            <p:nvPr/>
          </p:nvSpPr>
          <p:spPr>
            <a:xfrm>
              <a:off x="4321471" y="2518408"/>
              <a:ext cx="1722881" cy="372415"/>
            </a:xfrm>
            <a:prstGeom prst="roundRect">
              <a:avLst>
                <a:gd name="adj" fmla="val 30703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 Rounded MT Bold" panose="020F0704030504030204" pitchFamily="34" charset="0"/>
                </a:rPr>
                <a:t>Login</a:t>
              </a:r>
              <a:endParaRPr lang="en-IN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1F13DD5-27DE-EAF8-15EA-F04FB25144D6}"/>
                </a:ext>
              </a:extLst>
            </p:cNvPr>
            <p:cNvSpPr/>
            <p:nvPr/>
          </p:nvSpPr>
          <p:spPr>
            <a:xfrm>
              <a:off x="6258702" y="2513072"/>
              <a:ext cx="1566254" cy="372415"/>
            </a:xfrm>
            <a:prstGeom prst="roundRect">
              <a:avLst>
                <a:gd name="adj" fmla="val 30703"/>
              </a:avLst>
            </a:prstGeom>
            <a:solidFill>
              <a:srgbClr val="2F8F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Register</a:t>
              </a:r>
              <a:endParaRPr lang="en-IN" sz="1200" dirty="0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8E4CAF4-8545-D147-7C4E-2F495CB7BB62}"/>
              </a:ext>
            </a:extLst>
          </p:cNvPr>
          <p:cNvGrpSpPr/>
          <p:nvPr/>
        </p:nvGrpSpPr>
        <p:grpSpPr>
          <a:xfrm>
            <a:off x="4417298" y="2787691"/>
            <a:ext cx="3357404" cy="3676904"/>
            <a:chOff x="4417298" y="2787691"/>
            <a:chExt cx="3357404" cy="3676904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274528B-8067-1B5B-F729-128D90ED98AA}"/>
                </a:ext>
              </a:extLst>
            </p:cNvPr>
            <p:cNvSpPr/>
            <p:nvPr/>
          </p:nvSpPr>
          <p:spPr>
            <a:xfrm>
              <a:off x="4417298" y="2787691"/>
              <a:ext cx="3357404" cy="3676904"/>
            </a:xfrm>
            <a:prstGeom prst="roundRect">
              <a:avLst>
                <a:gd name="adj" fmla="val 8356"/>
              </a:avLst>
            </a:prstGeom>
            <a:solidFill>
              <a:srgbClr val="333F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77D3AA3-7C53-AE03-B886-E12912F92E9D}"/>
                </a:ext>
              </a:extLst>
            </p:cNvPr>
            <p:cNvGrpSpPr/>
            <p:nvPr/>
          </p:nvGrpSpPr>
          <p:grpSpPr>
            <a:xfrm>
              <a:off x="4673837" y="3676927"/>
              <a:ext cx="2809519" cy="661177"/>
              <a:chOff x="4673837" y="3364507"/>
              <a:chExt cx="2809519" cy="661177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F61B6C0E-20EA-D197-243D-8D195F714DC1}"/>
                  </a:ext>
                </a:extLst>
              </p:cNvPr>
              <p:cNvSpPr/>
              <p:nvPr/>
            </p:nvSpPr>
            <p:spPr>
              <a:xfrm>
                <a:off x="4708642" y="3364507"/>
                <a:ext cx="2774714" cy="240790"/>
              </a:xfrm>
              <a:prstGeom prst="roundRect">
                <a:avLst>
                  <a:gd name="adj" fmla="val 2796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dirty="0"/>
                  <a:t>Email Address</a:t>
                </a:r>
                <a:endParaRPr lang="en-IN" sz="1200" dirty="0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F2721660-D564-C15D-BAF6-DB30F9B4948A}"/>
                  </a:ext>
                </a:extLst>
              </p:cNvPr>
              <p:cNvGrpSpPr/>
              <p:nvPr/>
            </p:nvGrpSpPr>
            <p:grpSpPr>
              <a:xfrm>
                <a:off x="4673837" y="3599109"/>
                <a:ext cx="2774714" cy="426575"/>
                <a:chOff x="4382492" y="3590206"/>
                <a:chExt cx="3357404" cy="516156"/>
              </a:xfrm>
            </p:grpSpPr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DDDF94A1-096E-A1C7-FB2D-CE6C5B809566}"/>
                    </a:ext>
                  </a:extLst>
                </p:cNvPr>
                <p:cNvSpPr/>
                <p:nvPr/>
              </p:nvSpPr>
              <p:spPr>
                <a:xfrm>
                  <a:off x="4382492" y="3590206"/>
                  <a:ext cx="3357404" cy="516156"/>
                </a:xfrm>
                <a:prstGeom prst="roundRect">
                  <a:avLst>
                    <a:gd name="adj" fmla="val 27960"/>
                  </a:avLst>
                </a:prstGeom>
                <a:solidFill>
                  <a:srgbClr val="425166"/>
                </a:solidFill>
                <a:ln w="3175">
                  <a:solidFill>
                    <a:schemeClr val="bg1">
                      <a:alpha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IN" sz="1200" dirty="0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150AD39C-40A4-D9CF-1D6C-576994A018AC}"/>
                    </a:ext>
                  </a:extLst>
                </p:cNvPr>
                <p:cNvSpPr/>
                <p:nvPr/>
              </p:nvSpPr>
              <p:spPr>
                <a:xfrm>
                  <a:off x="4540097" y="3767989"/>
                  <a:ext cx="218986" cy="160590"/>
                </a:xfrm>
                <a:custGeom>
                  <a:avLst/>
                  <a:gdLst>
                    <a:gd name="csX0" fmla="*/ 270016 w 756000"/>
                    <a:gd name="csY0" fmla="*/ 277874 h 504000"/>
                    <a:gd name="csX1" fmla="*/ 84279 w 756000"/>
                    <a:gd name="csY1" fmla="*/ 463611 h 504000"/>
                    <a:gd name="csX2" fmla="*/ 677686 w 756000"/>
                    <a:gd name="csY2" fmla="*/ 463611 h 504000"/>
                    <a:gd name="csX3" fmla="*/ 492901 w 756000"/>
                    <a:gd name="csY3" fmla="*/ 277874 h 504000"/>
                    <a:gd name="csX4" fmla="*/ 421464 w 756000"/>
                    <a:gd name="csY4" fmla="*/ 347406 h 504000"/>
                    <a:gd name="csX5" fmla="*/ 381459 w 756000"/>
                    <a:gd name="csY5" fmla="*/ 363599 h 504000"/>
                    <a:gd name="csX6" fmla="*/ 341454 w 756000"/>
                    <a:gd name="csY6" fmla="*/ 347406 h 504000"/>
                    <a:gd name="csX7" fmla="*/ 704356 w 756000"/>
                    <a:gd name="csY7" fmla="*/ 70229 h 504000"/>
                    <a:gd name="csX8" fmla="*/ 518619 w 756000"/>
                    <a:gd name="csY8" fmla="*/ 251204 h 504000"/>
                    <a:gd name="csX9" fmla="*/ 704356 w 756000"/>
                    <a:gd name="csY9" fmla="*/ 436941 h 504000"/>
                    <a:gd name="csX10" fmla="*/ 56656 w 756000"/>
                    <a:gd name="csY10" fmla="*/ 69276 h 504000"/>
                    <a:gd name="csX11" fmla="*/ 56656 w 756000"/>
                    <a:gd name="csY11" fmla="*/ 437894 h 504000"/>
                    <a:gd name="csX12" fmla="*/ 242394 w 756000"/>
                    <a:gd name="csY12" fmla="*/ 251204 h 504000"/>
                    <a:gd name="csX13" fmla="*/ 85231 w 756000"/>
                    <a:gd name="csY13" fmla="*/ 44511 h 504000"/>
                    <a:gd name="csX14" fmla="*/ 367171 w 756000"/>
                    <a:gd name="csY14" fmla="*/ 319784 h 504000"/>
                    <a:gd name="csX15" fmla="*/ 393841 w 756000"/>
                    <a:gd name="csY15" fmla="*/ 319784 h 504000"/>
                    <a:gd name="csX16" fmla="*/ 676734 w 756000"/>
                    <a:gd name="csY16" fmla="*/ 44511 h 504000"/>
                    <a:gd name="csX17" fmla="*/ 84002 w 756000"/>
                    <a:gd name="csY17" fmla="*/ 0 h 504000"/>
                    <a:gd name="csX18" fmla="*/ 671998 w 756000"/>
                    <a:gd name="csY18" fmla="*/ 0 h 504000"/>
                    <a:gd name="csX19" fmla="*/ 756000 w 756000"/>
                    <a:gd name="csY19" fmla="*/ 84002 h 504000"/>
                    <a:gd name="csX20" fmla="*/ 756000 w 756000"/>
                    <a:gd name="csY20" fmla="*/ 419998 h 504000"/>
                    <a:gd name="csX21" fmla="*/ 671998 w 756000"/>
                    <a:gd name="csY21" fmla="*/ 504000 h 504000"/>
                    <a:gd name="csX22" fmla="*/ 84002 w 756000"/>
                    <a:gd name="csY22" fmla="*/ 504000 h 504000"/>
                    <a:gd name="csX23" fmla="*/ 0 w 756000"/>
                    <a:gd name="csY23" fmla="*/ 419998 h 504000"/>
                    <a:gd name="csX24" fmla="*/ 0 w 756000"/>
                    <a:gd name="csY24" fmla="*/ 84002 h 504000"/>
                    <a:gd name="csX25" fmla="*/ 84002 w 756000"/>
                    <a:gd name="csY25" fmla="*/ 0 h 5040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756000" h="504000">
                      <a:moveTo>
                        <a:pt x="270016" y="277874"/>
                      </a:moveTo>
                      <a:lnTo>
                        <a:pt x="84279" y="463611"/>
                      </a:lnTo>
                      <a:lnTo>
                        <a:pt x="677686" y="463611"/>
                      </a:lnTo>
                      <a:lnTo>
                        <a:pt x="492901" y="277874"/>
                      </a:lnTo>
                      <a:lnTo>
                        <a:pt x="421464" y="347406"/>
                      </a:lnTo>
                      <a:cubicBezTo>
                        <a:pt x="410034" y="357884"/>
                        <a:pt x="395746" y="363599"/>
                        <a:pt x="381459" y="363599"/>
                      </a:cubicBezTo>
                      <a:cubicBezTo>
                        <a:pt x="367171" y="363599"/>
                        <a:pt x="352884" y="357884"/>
                        <a:pt x="341454" y="347406"/>
                      </a:cubicBezTo>
                      <a:close/>
                      <a:moveTo>
                        <a:pt x="704356" y="70229"/>
                      </a:moveTo>
                      <a:lnTo>
                        <a:pt x="518619" y="251204"/>
                      </a:lnTo>
                      <a:lnTo>
                        <a:pt x="704356" y="436941"/>
                      </a:lnTo>
                      <a:close/>
                      <a:moveTo>
                        <a:pt x="56656" y="69276"/>
                      </a:moveTo>
                      <a:lnTo>
                        <a:pt x="56656" y="437894"/>
                      </a:lnTo>
                      <a:lnTo>
                        <a:pt x="242394" y="251204"/>
                      </a:lnTo>
                      <a:close/>
                      <a:moveTo>
                        <a:pt x="85231" y="44511"/>
                      </a:moveTo>
                      <a:lnTo>
                        <a:pt x="367171" y="319784"/>
                      </a:lnTo>
                      <a:cubicBezTo>
                        <a:pt x="374791" y="327404"/>
                        <a:pt x="386221" y="327404"/>
                        <a:pt x="393841" y="319784"/>
                      </a:cubicBezTo>
                      <a:lnTo>
                        <a:pt x="676734" y="44511"/>
                      </a:lnTo>
                      <a:close/>
                      <a:moveTo>
                        <a:pt x="84002" y="0"/>
                      </a:moveTo>
                      <a:lnTo>
                        <a:pt x="671998" y="0"/>
                      </a:lnTo>
                      <a:cubicBezTo>
                        <a:pt x="718391" y="0"/>
                        <a:pt x="756000" y="37609"/>
                        <a:pt x="756000" y="84002"/>
                      </a:cubicBezTo>
                      <a:lnTo>
                        <a:pt x="756000" y="419998"/>
                      </a:lnTo>
                      <a:cubicBezTo>
                        <a:pt x="756000" y="466391"/>
                        <a:pt x="718391" y="504000"/>
                        <a:pt x="671998" y="504000"/>
                      </a:cubicBezTo>
                      <a:lnTo>
                        <a:pt x="84002" y="504000"/>
                      </a:lnTo>
                      <a:cubicBezTo>
                        <a:pt x="37609" y="504000"/>
                        <a:pt x="0" y="466391"/>
                        <a:pt x="0" y="419998"/>
                      </a:cubicBezTo>
                      <a:lnTo>
                        <a:pt x="0" y="84002"/>
                      </a:lnTo>
                      <a:cubicBezTo>
                        <a:pt x="0" y="37609"/>
                        <a:pt x="37609" y="0"/>
                        <a:pt x="84002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EDBEF8E-384C-BA5A-EFDB-1ABD163A2420}"/>
                    </a:ext>
                  </a:extLst>
                </p:cNvPr>
                <p:cNvSpPr txBox="1"/>
                <p:nvPr/>
              </p:nvSpPr>
              <p:spPr>
                <a:xfrm>
                  <a:off x="4759083" y="3691652"/>
                  <a:ext cx="1739263" cy="3351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solidFill>
                        <a:schemeClr val="bg1">
                          <a:lumMod val="65000"/>
                        </a:schemeClr>
                      </a:solidFill>
                    </a:rPr>
                    <a:t>name@college.edu</a:t>
                  </a:r>
                </a:p>
              </p:txBody>
            </p:sp>
          </p:grp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66612FF-F2DD-48EA-BCFB-DD2A6D805FCD}"/>
                </a:ext>
              </a:extLst>
            </p:cNvPr>
            <p:cNvGrpSpPr/>
            <p:nvPr/>
          </p:nvGrpSpPr>
          <p:grpSpPr>
            <a:xfrm>
              <a:off x="4708642" y="4414306"/>
              <a:ext cx="2774714" cy="703086"/>
              <a:chOff x="4708642" y="4414306"/>
              <a:chExt cx="2774714" cy="703086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A4207A91-2D6A-06E2-2EA8-D4F5BFE4A107}"/>
                  </a:ext>
                </a:extLst>
              </p:cNvPr>
              <p:cNvSpPr/>
              <p:nvPr/>
            </p:nvSpPr>
            <p:spPr>
              <a:xfrm>
                <a:off x="4708642" y="4414306"/>
                <a:ext cx="2774714" cy="264869"/>
              </a:xfrm>
              <a:prstGeom prst="roundRect">
                <a:avLst>
                  <a:gd name="adj" fmla="val 2796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dirty="0"/>
                  <a:t>Password</a:t>
                </a:r>
                <a:endParaRPr lang="en-IN" sz="1200" dirty="0"/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58B82253-2DA3-E5CF-29D6-A45806122B6B}"/>
                  </a:ext>
                </a:extLst>
              </p:cNvPr>
              <p:cNvGrpSpPr/>
              <p:nvPr/>
            </p:nvGrpSpPr>
            <p:grpSpPr>
              <a:xfrm>
                <a:off x="4708642" y="4690817"/>
                <a:ext cx="2774714" cy="426575"/>
                <a:chOff x="4417297" y="4760326"/>
                <a:chExt cx="3357404" cy="516156"/>
              </a:xfrm>
            </p:grpSpPr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00B471F0-455D-0F8D-0AC0-54DAC18E638D}"/>
                    </a:ext>
                  </a:extLst>
                </p:cNvPr>
                <p:cNvSpPr/>
                <p:nvPr/>
              </p:nvSpPr>
              <p:spPr>
                <a:xfrm>
                  <a:off x="4417297" y="4760326"/>
                  <a:ext cx="3357404" cy="516156"/>
                </a:xfrm>
                <a:prstGeom prst="roundRect">
                  <a:avLst>
                    <a:gd name="adj" fmla="val 27960"/>
                  </a:avLst>
                </a:prstGeom>
                <a:solidFill>
                  <a:srgbClr val="425166"/>
                </a:solidFill>
                <a:ln w="3175">
                  <a:solidFill>
                    <a:schemeClr val="bg1">
                      <a:alpha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IN" sz="1200" dirty="0"/>
                </a:p>
              </p:txBody>
            </p:sp>
            <p:sp>
              <p:nvSpPr>
                <p:cNvPr id="27" name="Graphic 20" descr="Lock with solid fill">
                  <a:extLst>
                    <a:ext uri="{FF2B5EF4-FFF2-40B4-BE49-F238E27FC236}">
                      <a16:creationId xmlns:a16="http://schemas.microsoft.com/office/drawing/2014/main" id="{0FA84234-DB25-C767-AA72-D5B30CDEBDFA}"/>
                    </a:ext>
                  </a:extLst>
                </p:cNvPr>
                <p:cNvSpPr/>
                <p:nvPr/>
              </p:nvSpPr>
              <p:spPr>
                <a:xfrm>
                  <a:off x="4580758" y="4896551"/>
                  <a:ext cx="186954" cy="243707"/>
                </a:xfrm>
                <a:custGeom>
                  <a:avLst/>
                  <a:gdLst>
                    <a:gd name="csX0" fmla="*/ 285750 w 533400"/>
                    <a:gd name="csY0" fmla="*/ 549593 h 695325"/>
                    <a:gd name="csX1" fmla="*/ 285750 w 533400"/>
                    <a:gd name="csY1" fmla="*/ 600075 h 695325"/>
                    <a:gd name="csX2" fmla="*/ 247650 w 533400"/>
                    <a:gd name="csY2" fmla="*/ 600075 h 695325"/>
                    <a:gd name="csX3" fmla="*/ 247650 w 533400"/>
                    <a:gd name="csY3" fmla="*/ 549593 h 695325"/>
                    <a:gd name="csX4" fmla="*/ 209550 w 533400"/>
                    <a:gd name="csY4" fmla="*/ 495300 h 695325"/>
                    <a:gd name="csX5" fmla="*/ 266700 w 533400"/>
                    <a:gd name="csY5" fmla="*/ 438150 h 695325"/>
                    <a:gd name="csX6" fmla="*/ 323850 w 533400"/>
                    <a:gd name="csY6" fmla="*/ 495300 h 695325"/>
                    <a:gd name="csX7" fmla="*/ 285750 w 533400"/>
                    <a:gd name="csY7" fmla="*/ 549593 h 695325"/>
                    <a:gd name="csX8" fmla="*/ 123825 w 533400"/>
                    <a:gd name="csY8" fmla="*/ 200025 h 695325"/>
                    <a:gd name="csX9" fmla="*/ 266700 w 533400"/>
                    <a:gd name="csY9" fmla="*/ 57150 h 695325"/>
                    <a:gd name="csX10" fmla="*/ 409575 w 533400"/>
                    <a:gd name="csY10" fmla="*/ 200025 h 695325"/>
                    <a:gd name="csX11" fmla="*/ 409575 w 533400"/>
                    <a:gd name="csY11" fmla="*/ 305753 h 695325"/>
                    <a:gd name="csX12" fmla="*/ 266700 w 533400"/>
                    <a:gd name="csY12" fmla="*/ 295275 h 695325"/>
                    <a:gd name="csX13" fmla="*/ 123825 w 533400"/>
                    <a:gd name="csY13" fmla="*/ 305753 h 695325"/>
                    <a:gd name="csX14" fmla="*/ 123825 w 533400"/>
                    <a:gd name="csY14" fmla="*/ 200025 h 695325"/>
                    <a:gd name="csX15" fmla="*/ 466725 w 533400"/>
                    <a:gd name="csY15" fmla="*/ 309563 h 695325"/>
                    <a:gd name="csX16" fmla="*/ 466725 w 533400"/>
                    <a:gd name="csY16" fmla="*/ 200025 h 695325"/>
                    <a:gd name="csX17" fmla="*/ 266700 w 533400"/>
                    <a:gd name="csY17" fmla="*/ 0 h 695325"/>
                    <a:gd name="csX18" fmla="*/ 66675 w 533400"/>
                    <a:gd name="csY18" fmla="*/ 200025 h 695325"/>
                    <a:gd name="csX19" fmla="*/ 66675 w 533400"/>
                    <a:gd name="csY19" fmla="*/ 309563 h 695325"/>
                    <a:gd name="csX20" fmla="*/ 0 w 533400"/>
                    <a:gd name="csY20" fmla="*/ 314325 h 695325"/>
                    <a:gd name="csX21" fmla="*/ 0 w 533400"/>
                    <a:gd name="csY21" fmla="*/ 676275 h 695325"/>
                    <a:gd name="csX22" fmla="*/ 266700 w 533400"/>
                    <a:gd name="csY22" fmla="*/ 695325 h 695325"/>
                    <a:gd name="csX23" fmla="*/ 533400 w 533400"/>
                    <a:gd name="csY23" fmla="*/ 676275 h 695325"/>
                    <a:gd name="csX24" fmla="*/ 533400 w 533400"/>
                    <a:gd name="csY24" fmla="*/ 314325 h 695325"/>
                    <a:gd name="csX25" fmla="*/ 466725 w 533400"/>
                    <a:gd name="csY25" fmla="*/ 309563 h 6953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533400" h="695325">
                      <a:moveTo>
                        <a:pt x="285750" y="549593"/>
                      </a:moveTo>
                      <a:lnTo>
                        <a:pt x="285750" y="600075"/>
                      </a:lnTo>
                      <a:lnTo>
                        <a:pt x="247650" y="600075"/>
                      </a:lnTo>
                      <a:lnTo>
                        <a:pt x="247650" y="549593"/>
                      </a:lnTo>
                      <a:cubicBezTo>
                        <a:pt x="225743" y="541973"/>
                        <a:pt x="209550" y="521017"/>
                        <a:pt x="209550" y="495300"/>
                      </a:cubicBezTo>
                      <a:cubicBezTo>
                        <a:pt x="209550" y="463868"/>
                        <a:pt x="235268" y="438150"/>
                        <a:pt x="266700" y="438150"/>
                      </a:cubicBezTo>
                      <a:cubicBezTo>
                        <a:pt x="298133" y="438150"/>
                        <a:pt x="323850" y="463868"/>
                        <a:pt x="323850" y="495300"/>
                      </a:cubicBezTo>
                      <a:cubicBezTo>
                        <a:pt x="323850" y="520065"/>
                        <a:pt x="307658" y="541020"/>
                        <a:pt x="285750" y="549593"/>
                      </a:cubicBezTo>
                      <a:close/>
                      <a:moveTo>
                        <a:pt x="123825" y="200025"/>
                      </a:moveTo>
                      <a:cubicBezTo>
                        <a:pt x="123825" y="120968"/>
                        <a:pt x="187643" y="57150"/>
                        <a:pt x="266700" y="57150"/>
                      </a:cubicBezTo>
                      <a:cubicBezTo>
                        <a:pt x="345758" y="57150"/>
                        <a:pt x="409575" y="120968"/>
                        <a:pt x="409575" y="200025"/>
                      </a:cubicBezTo>
                      <a:lnTo>
                        <a:pt x="409575" y="305753"/>
                      </a:lnTo>
                      <a:lnTo>
                        <a:pt x="266700" y="295275"/>
                      </a:lnTo>
                      <a:lnTo>
                        <a:pt x="123825" y="305753"/>
                      </a:lnTo>
                      <a:lnTo>
                        <a:pt x="123825" y="200025"/>
                      </a:lnTo>
                      <a:close/>
                      <a:moveTo>
                        <a:pt x="466725" y="309563"/>
                      </a:moveTo>
                      <a:lnTo>
                        <a:pt x="466725" y="200025"/>
                      </a:lnTo>
                      <a:cubicBezTo>
                        <a:pt x="466725" y="89535"/>
                        <a:pt x="377190" y="0"/>
                        <a:pt x="266700" y="0"/>
                      </a:cubicBezTo>
                      <a:cubicBezTo>
                        <a:pt x="156210" y="0"/>
                        <a:pt x="66675" y="89535"/>
                        <a:pt x="66675" y="200025"/>
                      </a:cubicBezTo>
                      <a:lnTo>
                        <a:pt x="66675" y="309563"/>
                      </a:lnTo>
                      <a:lnTo>
                        <a:pt x="0" y="314325"/>
                      </a:lnTo>
                      <a:lnTo>
                        <a:pt x="0" y="676275"/>
                      </a:lnTo>
                      <a:lnTo>
                        <a:pt x="266700" y="695325"/>
                      </a:lnTo>
                      <a:lnTo>
                        <a:pt x="533400" y="676275"/>
                      </a:lnTo>
                      <a:lnTo>
                        <a:pt x="533400" y="314325"/>
                      </a:lnTo>
                      <a:lnTo>
                        <a:pt x="466725" y="30956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n-IN" dirty="0"/>
                </a:p>
              </p:txBody>
            </p:sp>
            <p:sp>
              <p:nvSpPr>
                <p:cNvPr id="36" name="Flowchart: Connector 35">
                  <a:extLst>
                    <a:ext uri="{FF2B5EF4-FFF2-40B4-BE49-F238E27FC236}">
                      <a16:creationId xmlns:a16="http://schemas.microsoft.com/office/drawing/2014/main" id="{FD9C8A87-A267-98B1-F28B-2E6C4B960F03}"/>
                    </a:ext>
                  </a:extLst>
                </p:cNvPr>
                <p:cNvSpPr/>
                <p:nvPr/>
              </p:nvSpPr>
              <p:spPr>
                <a:xfrm>
                  <a:off x="4887119" y="4977288"/>
                  <a:ext cx="82232" cy="82232"/>
                </a:xfrm>
                <a:prstGeom prst="flowChartConnector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37" name="Flowchart: Connector 36">
                  <a:extLst>
                    <a:ext uri="{FF2B5EF4-FFF2-40B4-BE49-F238E27FC236}">
                      <a16:creationId xmlns:a16="http://schemas.microsoft.com/office/drawing/2014/main" id="{73DEE6D4-F4B9-86B0-5B68-BE06A4002559}"/>
                    </a:ext>
                  </a:extLst>
                </p:cNvPr>
                <p:cNvSpPr/>
                <p:nvPr/>
              </p:nvSpPr>
              <p:spPr>
                <a:xfrm>
                  <a:off x="5039519" y="4977288"/>
                  <a:ext cx="82232" cy="82232"/>
                </a:xfrm>
                <a:prstGeom prst="flowChartConnector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38" name="Flowchart: Connector 37">
                  <a:extLst>
                    <a:ext uri="{FF2B5EF4-FFF2-40B4-BE49-F238E27FC236}">
                      <a16:creationId xmlns:a16="http://schemas.microsoft.com/office/drawing/2014/main" id="{98E95016-1C33-097D-3D7E-AEB5BC7E0703}"/>
                    </a:ext>
                  </a:extLst>
                </p:cNvPr>
                <p:cNvSpPr/>
                <p:nvPr/>
              </p:nvSpPr>
              <p:spPr>
                <a:xfrm>
                  <a:off x="5191919" y="4977288"/>
                  <a:ext cx="82232" cy="82232"/>
                </a:xfrm>
                <a:prstGeom prst="flowChartConnector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39" name="Flowchart: Connector 38">
                  <a:extLst>
                    <a:ext uri="{FF2B5EF4-FFF2-40B4-BE49-F238E27FC236}">
                      <a16:creationId xmlns:a16="http://schemas.microsoft.com/office/drawing/2014/main" id="{D280F7E9-9C66-C3D0-B5B8-C7C02E9C4173}"/>
                    </a:ext>
                  </a:extLst>
                </p:cNvPr>
                <p:cNvSpPr/>
                <p:nvPr/>
              </p:nvSpPr>
              <p:spPr>
                <a:xfrm>
                  <a:off x="5344319" y="4977288"/>
                  <a:ext cx="82232" cy="82232"/>
                </a:xfrm>
                <a:prstGeom prst="flowChartConnector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40" name="Flowchart: Connector 39">
                  <a:extLst>
                    <a:ext uri="{FF2B5EF4-FFF2-40B4-BE49-F238E27FC236}">
                      <a16:creationId xmlns:a16="http://schemas.microsoft.com/office/drawing/2014/main" id="{535DC82F-B47B-8B59-84D4-EC80305FEF93}"/>
                    </a:ext>
                  </a:extLst>
                </p:cNvPr>
                <p:cNvSpPr/>
                <p:nvPr/>
              </p:nvSpPr>
              <p:spPr>
                <a:xfrm>
                  <a:off x="5496719" y="4977288"/>
                  <a:ext cx="82232" cy="82232"/>
                </a:xfrm>
                <a:prstGeom prst="flowChartConnector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41" name="Flowchart: Connector 40">
                  <a:extLst>
                    <a:ext uri="{FF2B5EF4-FFF2-40B4-BE49-F238E27FC236}">
                      <a16:creationId xmlns:a16="http://schemas.microsoft.com/office/drawing/2014/main" id="{14CCBAE4-2E31-9A04-F6E8-F04AC7014AB0}"/>
                    </a:ext>
                  </a:extLst>
                </p:cNvPr>
                <p:cNvSpPr/>
                <p:nvPr/>
              </p:nvSpPr>
              <p:spPr>
                <a:xfrm>
                  <a:off x="5649119" y="4977288"/>
                  <a:ext cx="82232" cy="82232"/>
                </a:xfrm>
                <a:prstGeom prst="flowChartConnector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42" name="Flowchart: Connector 41">
                  <a:extLst>
                    <a:ext uri="{FF2B5EF4-FFF2-40B4-BE49-F238E27FC236}">
                      <a16:creationId xmlns:a16="http://schemas.microsoft.com/office/drawing/2014/main" id="{F55FD6CA-94F8-AFBC-970B-2455ABFF0F25}"/>
                    </a:ext>
                  </a:extLst>
                </p:cNvPr>
                <p:cNvSpPr/>
                <p:nvPr/>
              </p:nvSpPr>
              <p:spPr>
                <a:xfrm>
                  <a:off x="5801519" y="4977288"/>
                  <a:ext cx="82232" cy="82232"/>
                </a:xfrm>
                <a:prstGeom prst="flowChartConnector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43" name="Flowchart: Connector 42">
                  <a:extLst>
                    <a:ext uri="{FF2B5EF4-FFF2-40B4-BE49-F238E27FC236}">
                      <a16:creationId xmlns:a16="http://schemas.microsoft.com/office/drawing/2014/main" id="{0E1E1176-BC15-C2C4-C35D-B44506FFE2C4}"/>
                    </a:ext>
                  </a:extLst>
                </p:cNvPr>
                <p:cNvSpPr/>
                <p:nvPr/>
              </p:nvSpPr>
              <p:spPr>
                <a:xfrm>
                  <a:off x="5953919" y="4977288"/>
                  <a:ext cx="82232" cy="82232"/>
                </a:xfrm>
                <a:prstGeom prst="flowChartConnector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</p:grpSp>
        </p:grp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574760F4-28BF-29B1-D131-232424815558}"/>
                </a:ext>
              </a:extLst>
            </p:cNvPr>
            <p:cNvSpPr/>
            <p:nvPr/>
          </p:nvSpPr>
          <p:spPr>
            <a:xfrm>
              <a:off x="4708642" y="5898915"/>
              <a:ext cx="2774714" cy="426575"/>
            </a:xfrm>
            <a:prstGeom prst="roundRect">
              <a:avLst>
                <a:gd name="adj" fmla="val 27960"/>
              </a:avLst>
            </a:prstGeom>
            <a:gradFill flip="none" rotWithShape="1">
              <a:gsLst>
                <a:gs pos="100000">
                  <a:srgbClr val="8631C5"/>
                </a:gs>
                <a:gs pos="41000">
                  <a:srgbClr val="2F8FF9"/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Sign in</a:t>
              </a:r>
              <a:endParaRPr lang="en-IN" sz="1200" dirty="0"/>
            </a:p>
          </p:txBody>
        </p:sp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6C899B62-D38A-4F9B-3F6E-114DF38DEA78}"/>
                </a:ext>
              </a:extLst>
            </p:cNvPr>
            <p:cNvSpPr/>
            <p:nvPr/>
          </p:nvSpPr>
          <p:spPr>
            <a:xfrm>
              <a:off x="6347529" y="6095162"/>
              <a:ext cx="149894" cy="55320"/>
            </a:xfrm>
            <a:prstGeom prst="rightArrow">
              <a:avLst>
                <a:gd name="adj1" fmla="val 21541"/>
                <a:gd name="adj2" fmla="val 1325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7DF119D-13E1-69E0-43DC-89970843A65E}"/>
                </a:ext>
              </a:extLst>
            </p:cNvPr>
            <p:cNvGrpSpPr/>
            <p:nvPr/>
          </p:nvGrpSpPr>
          <p:grpSpPr>
            <a:xfrm>
              <a:off x="4673837" y="2930027"/>
              <a:ext cx="2809519" cy="661177"/>
              <a:chOff x="4673837" y="3364507"/>
              <a:chExt cx="2809519" cy="661177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847CF0FF-5900-CD6B-60AD-74CE7649C312}"/>
                  </a:ext>
                </a:extLst>
              </p:cNvPr>
              <p:cNvSpPr/>
              <p:nvPr/>
            </p:nvSpPr>
            <p:spPr>
              <a:xfrm>
                <a:off x="4708642" y="3364507"/>
                <a:ext cx="2774714" cy="240790"/>
              </a:xfrm>
              <a:prstGeom prst="roundRect">
                <a:avLst>
                  <a:gd name="adj" fmla="val 2796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dirty="0"/>
                  <a:t>Full Name</a:t>
                </a:r>
                <a:endParaRPr lang="en-IN" sz="1200" dirty="0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CFE236C-A65A-8FFF-7A91-F828BE590E9F}"/>
                  </a:ext>
                </a:extLst>
              </p:cNvPr>
              <p:cNvGrpSpPr/>
              <p:nvPr/>
            </p:nvGrpSpPr>
            <p:grpSpPr>
              <a:xfrm>
                <a:off x="4673837" y="3599109"/>
                <a:ext cx="2774714" cy="426575"/>
                <a:chOff x="4382492" y="3590206"/>
                <a:chExt cx="3357404" cy="516156"/>
              </a:xfrm>
            </p:grpSpPr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A44ADFE4-8361-E8CF-7848-F1E1D0DFFBA9}"/>
                    </a:ext>
                  </a:extLst>
                </p:cNvPr>
                <p:cNvSpPr/>
                <p:nvPr/>
              </p:nvSpPr>
              <p:spPr>
                <a:xfrm>
                  <a:off x="4382492" y="3590206"/>
                  <a:ext cx="3357404" cy="516156"/>
                </a:xfrm>
                <a:prstGeom prst="roundRect">
                  <a:avLst>
                    <a:gd name="adj" fmla="val 27960"/>
                  </a:avLst>
                </a:prstGeom>
                <a:solidFill>
                  <a:srgbClr val="425166"/>
                </a:solidFill>
                <a:ln w="3175">
                  <a:solidFill>
                    <a:schemeClr val="bg1">
                      <a:alpha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IN" sz="1200" dirty="0"/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EA81EBC-9681-51CA-8127-CD2260808008}"/>
                    </a:ext>
                  </a:extLst>
                </p:cNvPr>
                <p:cNvSpPr txBox="1"/>
                <p:nvPr/>
              </p:nvSpPr>
              <p:spPr>
                <a:xfrm>
                  <a:off x="4759083" y="3691652"/>
                  <a:ext cx="1739263" cy="3351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chemeClr val="bg1">
                          <a:lumMod val="65000"/>
                        </a:schemeClr>
                      </a:solidFill>
                    </a:rPr>
                    <a:t>Bhargav Kothekar</a:t>
                  </a:r>
                  <a:endParaRPr lang="en-IN" sz="1200" dirty="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18" name="Graphic 7" descr="User with solid fill">
              <a:extLst>
                <a:ext uri="{FF2B5EF4-FFF2-40B4-BE49-F238E27FC236}">
                  <a16:creationId xmlns:a16="http://schemas.microsoft.com/office/drawing/2014/main" id="{8774010C-CEA7-8C10-CC23-A7FF53324EF3}"/>
                </a:ext>
              </a:extLst>
            </p:cNvPr>
            <p:cNvGrpSpPr/>
            <p:nvPr/>
          </p:nvGrpSpPr>
          <p:grpSpPr>
            <a:xfrm>
              <a:off x="4812411" y="3292719"/>
              <a:ext cx="160527" cy="170559"/>
              <a:chOff x="8450580" y="2895877"/>
              <a:chExt cx="609600" cy="647700"/>
            </a:xfrm>
            <a:solidFill>
              <a:schemeClr val="bg1"/>
            </a:soli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F248908-814F-39F0-6B3E-66E53809A857}"/>
                  </a:ext>
                </a:extLst>
              </p:cNvPr>
              <p:cNvSpPr/>
              <p:nvPr/>
            </p:nvSpPr>
            <p:spPr>
              <a:xfrm>
                <a:off x="8602980" y="2895877"/>
                <a:ext cx="304800" cy="304800"/>
              </a:xfrm>
              <a:custGeom>
                <a:avLst/>
                <a:gdLst>
                  <a:gd name="csX0" fmla="*/ 304800 w 304800"/>
                  <a:gd name="csY0" fmla="*/ 152400 h 304800"/>
                  <a:gd name="csX1" fmla="*/ 152400 w 304800"/>
                  <a:gd name="csY1" fmla="*/ 304800 h 304800"/>
                  <a:gd name="csX2" fmla="*/ 0 w 304800"/>
                  <a:gd name="csY2" fmla="*/ 152400 h 304800"/>
                  <a:gd name="csX3" fmla="*/ 152400 w 304800"/>
                  <a:gd name="csY3" fmla="*/ 0 h 304800"/>
                  <a:gd name="csX4" fmla="*/ 304800 w 304800"/>
                  <a:gd name="csY4" fmla="*/ 152400 h 304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04800" h="304800">
                    <a:moveTo>
                      <a:pt x="304800" y="152400"/>
                    </a:moveTo>
                    <a:cubicBezTo>
                      <a:pt x="304800" y="236568"/>
                      <a:pt x="236568" y="304800"/>
                      <a:pt x="152400" y="304800"/>
                    </a:cubicBezTo>
                    <a:cubicBezTo>
                      <a:pt x="68232" y="304800"/>
                      <a:pt x="0" y="236568"/>
                      <a:pt x="0" y="152400"/>
                    </a:cubicBezTo>
                    <a:cubicBezTo>
                      <a:pt x="0" y="68232"/>
                      <a:pt x="68232" y="0"/>
                      <a:pt x="152400" y="0"/>
                    </a:cubicBezTo>
                    <a:cubicBezTo>
                      <a:pt x="236568" y="0"/>
                      <a:pt x="304800" y="68232"/>
                      <a:pt x="304800" y="15240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CE6B14BA-7846-3F97-C9E5-D42E7F17DADA}"/>
                  </a:ext>
                </a:extLst>
              </p:cNvPr>
              <p:cNvSpPr/>
              <p:nvPr/>
            </p:nvSpPr>
            <p:spPr>
              <a:xfrm>
                <a:off x="8450580" y="3238777"/>
                <a:ext cx="609600" cy="304800"/>
              </a:xfrm>
              <a:custGeom>
                <a:avLst/>
                <a:gdLst>
                  <a:gd name="csX0" fmla="*/ 609600 w 609600"/>
                  <a:gd name="csY0" fmla="*/ 304800 h 304800"/>
                  <a:gd name="csX1" fmla="*/ 609600 w 609600"/>
                  <a:gd name="csY1" fmla="*/ 152400 h 304800"/>
                  <a:gd name="csX2" fmla="*/ 579120 w 609600"/>
                  <a:gd name="csY2" fmla="*/ 91440 h 304800"/>
                  <a:gd name="csX3" fmla="*/ 430530 w 609600"/>
                  <a:gd name="csY3" fmla="*/ 19050 h 304800"/>
                  <a:gd name="csX4" fmla="*/ 304800 w 609600"/>
                  <a:gd name="csY4" fmla="*/ 0 h 304800"/>
                  <a:gd name="csX5" fmla="*/ 179070 w 609600"/>
                  <a:gd name="csY5" fmla="*/ 19050 h 304800"/>
                  <a:gd name="csX6" fmla="*/ 30480 w 609600"/>
                  <a:gd name="csY6" fmla="*/ 91440 h 304800"/>
                  <a:gd name="csX7" fmla="*/ 0 w 609600"/>
                  <a:gd name="csY7" fmla="*/ 152400 h 304800"/>
                  <a:gd name="csX8" fmla="*/ 0 w 609600"/>
                  <a:gd name="csY8" fmla="*/ 304800 h 304800"/>
                  <a:gd name="csX9" fmla="*/ 609600 w 609600"/>
                  <a:gd name="csY9" fmla="*/ 304800 h 304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09600" h="304800">
                    <a:moveTo>
                      <a:pt x="609600" y="304800"/>
                    </a:moveTo>
                    <a:lnTo>
                      <a:pt x="609600" y="152400"/>
                    </a:lnTo>
                    <a:cubicBezTo>
                      <a:pt x="609600" y="129540"/>
                      <a:pt x="598170" y="106680"/>
                      <a:pt x="579120" y="91440"/>
                    </a:cubicBezTo>
                    <a:cubicBezTo>
                      <a:pt x="537210" y="57150"/>
                      <a:pt x="483870" y="34290"/>
                      <a:pt x="430530" y="19050"/>
                    </a:cubicBezTo>
                    <a:cubicBezTo>
                      <a:pt x="392430" y="7620"/>
                      <a:pt x="350520" y="0"/>
                      <a:pt x="304800" y="0"/>
                    </a:cubicBezTo>
                    <a:cubicBezTo>
                      <a:pt x="262890" y="0"/>
                      <a:pt x="220980" y="7620"/>
                      <a:pt x="179070" y="19050"/>
                    </a:cubicBezTo>
                    <a:cubicBezTo>
                      <a:pt x="125730" y="34290"/>
                      <a:pt x="72390" y="60960"/>
                      <a:pt x="30480" y="91440"/>
                    </a:cubicBezTo>
                    <a:cubicBezTo>
                      <a:pt x="11430" y="106680"/>
                      <a:pt x="0" y="129540"/>
                      <a:pt x="0" y="152400"/>
                    </a:cubicBezTo>
                    <a:lnTo>
                      <a:pt x="0" y="304800"/>
                    </a:lnTo>
                    <a:lnTo>
                      <a:pt x="609600" y="3048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D5F79A4-9EE0-37F3-2B2C-AE6BEB555D81}"/>
                </a:ext>
              </a:extLst>
            </p:cNvPr>
            <p:cNvSpPr txBox="1"/>
            <p:nvPr/>
          </p:nvSpPr>
          <p:spPr>
            <a:xfrm>
              <a:off x="4727424" y="5172194"/>
              <a:ext cx="28438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>
                <a:defRPr sz="1200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/>
                <a:t>Join as</a:t>
              </a:r>
              <a:endParaRPr lang="en-IN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2361897F-2E2B-4F29-99AB-32C40147B089}"/>
                </a:ext>
              </a:extLst>
            </p:cNvPr>
            <p:cNvSpPr/>
            <p:nvPr/>
          </p:nvSpPr>
          <p:spPr>
            <a:xfrm>
              <a:off x="4708642" y="5431627"/>
              <a:ext cx="1294425" cy="307781"/>
            </a:xfrm>
            <a:prstGeom prst="roundRect">
              <a:avLst>
                <a:gd name="adj" fmla="val 30703"/>
              </a:avLst>
            </a:prstGeom>
            <a:solidFill>
              <a:srgbClr val="5C91DE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latin typeface="Arial Rounded MT Bold" panose="020F0704030504030204" pitchFamily="34" charset="0"/>
                </a:rPr>
                <a:t>Student </a:t>
              </a:r>
              <a:endParaRPr lang="en-IN" sz="105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28FAC59E-CB0B-ED42-1AB9-8196DB857C99}"/>
                </a:ext>
              </a:extLst>
            </p:cNvPr>
            <p:cNvSpPr/>
            <p:nvPr/>
          </p:nvSpPr>
          <p:spPr>
            <a:xfrm>
              <a:off x="6181632" y="5440557"/>
              <a:ext cx="1294425" cy="307781"/>
            </a:xfrm>
            <a:prstGeom prst="roundRect">
              <a:avLst>
                <a:gd name="adj" fmla="val 3070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Teacher </a:t>
              </a:r>
              <a:endParaRPr lang="en-IN" sz="1050" dirty="0">
                <a:latin typeface="Arial Rounded MT Bold" panose="020F07040305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1884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43A23-6FAD-72A4-D0E9-192ECFE3F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73E25A-0CB4-46F6-AC44-2A5F6BC7370C}"/>
              </a:ext>
            </a:extLst>
          </p:cNvPr>
          <p:cNvSpPr txBox="1"/>
          <p:nvPr/>
        </p:nvSpPr>
        <p:spPr>
          <a:xfrm>
            <a:off x="1711551" y="1238741"/>
            <a:ext cx="26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Franklin Gothic Heavy" panose="020B0903020102020204" pitchFamily="34" charset="0"/>
              </a:rPr>
              <a:t>COLLEGE</a:t>
            </a:r>
            <a:r>
              <a:rPr lang="en-US" sz="2400" b="1" dirty="0">
                <a:solidFill>
                  <a:srgbClr val="00B0F0"/>
                </a:solidFill>
                <a:latin typeface="Franklin Gothic Heavy" panose="020B0903020102020204" pitchFamily="34" charset="0"/>
              </a:rPr>
              <a:t>PORTAL</a:t>
            </a:r>
            <a:endParaRPr lang="en-IN" sz="3600" b="1" dirty="0">
              <a:solidFill>
                <a:srgbClr val="00B0F0"/>
              </a:solidFill>
              <a:latin typeface="Franklin Gothic Heavy" panose="020B09030201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CB928DA-59AC-A0AE-DB51-482A796BB212}"/>
              </a:ext>
            </a:extLst>
          </p:cNvPr>
          <p:cNvGrpSpPr/>
          <p:nvPr/>
        </p:nvGrpSpPr>
        <p:grpSpPr>
          <a:xfrm>
            <a:off x="2705246" y="388766"/>
            <a:ext cx="624548" cy="624548"/>
            <a:chOff x="6096000" y="2045115"/>
            <a:chExt cx="914400" cy="914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1A43833-4942-1131-37C5-722FDA6480A7}"/>
                </a:ext>
              </a:extLst>
            </p:cNvPr>
            <p:cNvSpPr/>
            <p:nvPr/>
          </p:nvSpPr>
          <p:spPr>
            <a:xfrm>
              <a:off x="6096000" y="2095128"/>
              <a:ext cx="914400" cy="846385"/>
            </a:xfrm>
            <a:prstGeom prst="roundRect">
              <a:avLst>
                <a:gd name="adj" fmla="val 1996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  <p:pic>
          <p:nvPicPr>
            <p:cNvPr id="6" name="Graphic 5" descr="Graduation cap with solid fill">
              <a:extLst>
                <a:ext uri="{FF2B5EF4-FFF2-40B4-BE49-F238E27FC236}">
                  <a16:creationId xmlns:a16="http://schemas.microsoft.com/office/drawing/2014/main" id="{6BB1B71C-FC2E-8419-19C0-E3FB6418EC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96000" y="2045115"/>
              <a:ext cx="914400" cy="91440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2E1346B-20F4-C07F-ECCB-039E38EA341E}"/>
              </a:ext>
            </a:extLst>
          </p:cNvPr>
          <p:cNvSpPr txBox="1"/>
          <p:nvPr/>
        </p:nvSpPr>
        <p:spPr>
          <a:xfrm rot="10800000" flipV="1">
            <a:off x="1718530" y="1612578"/>
            <a:ext cx="259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Your Gateway To Academic Excellence</a:t>
            </a:r>
            <a:endParaRPr lang="en-IN" sz="1200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E0EA56-D7D5-E389-42E1-DFA438934D69}"/>
              </a:ext>
            </a:extLst>
          </p:cNvPr>
          <p:cNvGrpSpPr/>
          <p:nvPr/>
        </p:nvGrpSpPr>
        <p:grpSpPr>
          <a:xfrm>
            <a:off x="1338818" y="2092573"/>
            <a:ext cx="3357404" cy="450623"/>
            <a:chOff x="4249428" y="2431988"/>
            <a:chExt cx="3693144" cy="54525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566898D-A92B-5696-62D2-DB0A2018E9E8}"/>
                </a:ext>
              </a:extLst>
            </p:cNvPr>
            <p:cNvSpPr/>
            <p:nvPr/>
          </p:nvSpPr>
          <p:spPr>
            <a:xfrm>
              <a:off x="4249428" y="2431988"/>
              <a:ext cx="3693144" cy="545254"/>
            </a:xfrm>
            <a:prstGeom prst="roundRect">
              <a:avLst>
                <a:gd name="adj" fmla="val 30703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E473F67-D612-4D6E-E0D7-CAADD2D49F70}"/>
                </a:ext>
              </a:extLst>
            </p:cNvPr>
            <p:cNvSpPr/>
            <p:nvPr/>
          </p:nvSpPr>
          <p:spPr>
            <a:xfrm>
              <a:off x="4321471" y="2518408"/>
              <a:ext cx="1722881" cy="372415"/>
            </a:xfrm>
            <a:prstGeom prst="roundRect">
              <a:avLst>
                <a:gd name="adj" fmla="val 30703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 Rounded MT Bold" panose="020F0704030504030204" pitchFamily="34" charset="0"/>
                </a:rPr>
                <a:t>Login</a:t>
              </a:r>
              <a:endParaRPr lang="en-IN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0E4D6B0-1FDD-DEFE-E52A-E8A745C6B654}"/>
                </a:ext>
              </a:extLst>
            </p:cNvPr>
            <p:cNvSpPr/>
            <p:nvPr/>
          </p:nvSpPr>
          <p:spPr>
            <a:xfrm>
              <a:off x="6258702" y="2513072"/>
              <a:ext cx="1566254" cy="372415"/>
            </a:xfrm>
            <a:prstGeom prst="roundRect">
              <a:avLst>
                <a:gd name="adj" fmla="val 30703"/>
              </a:avLst>
            </a:prstGeom>
            <a:solidFill>
              <a:srgbClr val="2F8F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Register</a:t>
              </a:r>
              <a:endParaRPr lang="en-IN" sz="1200" dirty="0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CCEC702-7FE1-B9AF-B920-8530E2B30532}"/>
              </a:ext>
            </a:extLst>
          </p:cNvPr>
          <p:cNvGrpSpPr/>
          <p:nvPr/>
        </p:nvGrpSpPr>
        <p:grpSpPr>
          <a:xfrm>
            <a:off x="1338818" y="2787691"/>
            <a:ext cx="3357404" cy="3676904"/>
            <a:chOff x="4417298" y="2787691"/>
            <a:chExt cx="3357404" cy="3676904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6C6D0EB-906A-19DB-3008-A39BD67B02F2}"/>
                </a:ext>
              </a:extLst>
            </p:cNvPr>
            <p:cNvSpPr/>
            <p:nvPr/>
          </p:nvSpPr>
          <p:spPr>
            <a:xfrm>
              <a:off x="4417298" y="2787691"/>
              <a:ext cx="3357404" cy="3676904"/>
            </a:xfrm>
            <a:prstGeom prst="roundRect">
              <a:avLst>
                <a:gd name="adj" fmla="val 8356"/>
              </a:avLst>
            </a:prstGeom>
            <a:solidFill>
              <a:srgbClr val="333F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BC60780-037A-650E-E4B5-14C62EB8486F}"/>
                </a:ext>
              </a:extLst>
            </p:cNvPr>
            <p:cNvGrpSpPr/>
            <p:nvPr/>
          </p:nvGrpSpPr>
          <p:grpSpPr>
            <a:xfrm>
              <a:off x="4673837" y="3676927"/>
              <a:ext cx="2809519" cy="661177"/>
              <a:chOff x="4673837" y="3364507"/>
              <a:chExt cx="2809519" cy="661177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DDBF7814-EACB-AC83-0DC8-0DFE5C486900}"/>
                  </a:ext>
                </a:extLst>
              </p:cNvPr>
              <p:cNvSpPr/>
              <p:nvPr/>
            </p:nvSpPr>
            <p:spPr>
              <a:xfrm>
                <a:off x="4708642" y="3364507"/>
                <a:ext cx="2774714" cy="240790"/>
              </a:xfrm>
              <a:prstGeom prst="roundRect">
                <a:avLst>
                  <a:gd name="adj" fmla="val 2796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dirty="0"/>
                  <a:t>Email Address</a:t>
                </a:r>
                <a:endParaRPr lang="en-IN" sz="1200" dirty="0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A21DC2C8-9932-5666-5F21-CF1B6AFECE3C}"/>
                  </a:ext>
                </a:extLst>
              </p:cNvPr>
              <p:cNvGrpSpPr/>
              <p:nvPr/>
            </p:nvGrpSpPr>
            <p:grpSpPr>
              <a:xfrm>
                <a:off x="4673837" y="3599109"/>
                <a:ext cx="2774714" cy="426575"/>
                <a:chOff x="4382492" y="3590206"/>
                <a:chExt cx="3357404" cy="516156"/>
              </a:xfrm>
            </p:grpSpPr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5E139B2A-21E1-EFCE-029F-77F36F1EB877}"/>
                    </a:ext>
                  </a:extLst>
                </p:cNvPr>
                <p:cNvSpPr/>
                <p:nvPr/>
              </p:nvSpPr>
              <p:spPr>
                <a:xfrm>
                  <a:off x="4382492" y="3590206"/>
                  <a:ext cx="3357404" cy="516156"/>
                </a:xfrm>
                <a:prstGeom prst="roundRect">
                  <a:avLst>
                    <a:gd name="adj" fmla="val 27960"/>
                  </a:avLst>
                </a:prstGeom>
                <a:solidFill>
                  <a:srgbClr val="425166"/>
                </a:solidFill>
                <a:ln w="3175">
                  <a:solidFill>
                    <a:schemeClr val="bg1">
                      <a:alpha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IN" sz="1200" dirty="0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B1792DA-7DB7-611D-6E8E-96F2DD4C65C0}"/>
                    </a:ext>
                  </a:extLst>
                </p:cNvPr>
                <p:cNvSpPr/>
                <p:nvPr/>
              </p:nvSpPr>
              <p:spPr>
                <a:xfrm>
                  <a:off x="4540097" y="3767989"/>
                  <a:ext cx="218986" cy="160590"/>
                </a:xfrm>
                <a:custGeom>
                  <a:avLst/>
                  <a:gdLst>
                    <a:gd name="csX0" fmla="*/ 270016 w 756000"/>
                    <a:gd name="csY0" fmla="*/ 277874 h 504000"/>
                    <a:gd name="csX1" fmla="*/ 84279 w 756000"/>
                    <a:gd name="csY1" fmla="*/ 463611 h 504000"/>
                    <a:gd name="csX2" fmla="*/ 677686 w 756000"/>
                    <a:gd name="csY2" fmla="*/ 463611 h 504000"/>
                    <a:gd name="csX3" fmla="*/ 492901 w 756000"/>
                    <a:gd name="csY3" fmla="*/ 277874 h 504000"/>
                    <a:gd name="csX4" fmla="*/ 421464 w 756000"/>
                    <a:gd name="csY4" fmla="*/ 347406 h 504000"/>
                    <a:gd name="csX5" fmla="*/ 381459 w 756000"/>
                    <a:gd name="csY5" fmla="*/ 363599 h 504000"/>
                    <a:gd name="csX6" fmla="*/ 341454 w 756000"/>
                    <a:gd name="csY6" fmla="*/ 347406 h 504000"/>
                    <a:gd name="csX7" fmla="*/ 704356 w 756000"/>
                    <a:gd name="csY7" fmla="*/ 70229 h 504000"/>
                    <a:gd name="csX8" fmla="*/ 518619 w 756000"/>
                    <a:gd name="csY8" fmla="*/ 251204 h 504000"/>
                    <a:gd name="csX9" fmla="*/ 704356 w 756000"/>
                    <a:gd name="csY9" fmla="*/ 436941 h 504000"/>
                    <a:gd name="csX10" fmla="*/ 56656 w 756000"/>
                    <a:gd name="csY10" fmla="*/ 69276 h 504000"/>
                    <a:gd name="csX11" fmla="*/ 56656 w 756000"/>
                    <a:gd name="csY11" fmla="*/ 437894 h 504000"/>
                    <a:gd name="csX12" fmla="*/ 242394 w 756000"/>
                    <a:gd name="csY12" fmla="*/ 251204 h 504000"/>
                    <a:gd name="csX13" fmla="*/ 85231 w 756000"/>
                    <a:gd name="csY13" fmla="*/ 44511 h 504000"/>
                    <a:gd name="csX14" fmla="*/ 367171 w 756000"/>
                    <a:gd name="csY14" fmla="*/ 319784 h 504000"/>
                    <a:gd name="csX15" fmla="*/ 393841 w 756000"/>
                    <a:gd name="csY15" fmla="*/ 319784 h 504000"/>
                    <a:gd name="csX16" fmla="*/ 676734 w 756000"/>
                    <a:gd name="csY16" fmla="*/ 44511 h 504000"/>
                    <a:gd name="csX17" fmla="*/ 84002 w 756000"/>
                    <a:gd name="csY17" fmla="*/ 0 h 504000"/>
                    <a:gd name="csX18" fmla="*/ 671998 w 756000"/>
                    <a:gd name="csY18" fmla="*/ 0 h 504000"/>
                    <a:gd name="csX19" fmla="*/ 756000 w 756000"/>
                    <a:gd name="csY19" fmla="*/ 84002 h 504000"/>
                    <a:gd name="csX20" fmla="*/ 756000 w 756000"/>
                    <a:gd name="csY20" fmla="*/ 419998 h 504000"/>
                    <a:gd name="csX21" fmla="*/ 671998 w 756000"/>
                    <a:gd name="csY21" fmla="*/ 504000 h 504000"/>
                    <a:gd name="csX22" fmla="*/ 84002 w 756000"/>
                    <a:gd name="csY22" fmla="*/ 504000 h 504000"/>
                    <a:gd name="csX23" fmla="*/ 0 w 756000"/>
                    <a:gd name="csY23" fmla="*/ 419998 h 504000"/>
                    <a:gd name="csX24" fmla="*/ 0 w 756000"/>
                    <a:gd name="csY24" fmla="*/ 84002 h 504000"/>
                    <a:gd name="csX25" fmla="*/ 84002 w 756000"/>
                    <a:gd name="csY25" fmla="*/ 0 h 5040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756000" h="504000">
                      <a:moveTo>
                        <a:pt x="270016" y="277874"/>
                      </a:moveTo>
                      <a:lnTo>
                        <a:pt x="84279" y="463611"/>
                      </a:lnTo>
                      <a:lnTo>
                        <a:pt x="677686" y="463611"/>
                      </a:lnTo>
                      <a:lnTo>
                        <a:pt x="492901" y="277874"/>
                      </a:lnTo>
                      <a:lnTo>
                        <a:pt x="421464" y="347406"/>
                      </a:lnTo>
                      <a:cubicBezTo>
                        <a:pt x="410034" y="357884"/>
                        <a:pt x="395746" y="363599"/>
                        <a:pt x="381459" y="363599"/>
                      </a:cubicBezTo>
                      <a:cubicBezTo>
                        <a:pt x="367171" y="363599"/>
                        <a:pt x="352884" y="357884"/>
                        <a:pt x="341454" y="347406"/>
                      </a:cubicBezTo>
                      <a:close/>
                      <a:moveTo>
                        <a:pt x="704356" y="70229"/>
                      </a:moveTo>
                      <a:lnTo>
                        <a:pt x="518619" y="251204"/>
                      </a:lnTo>
                      <a:lnTo>
                        <a:pt x="704356" y="436941"/>
                      </a:lnTo>
                      <a:close/>
                      <a:moveTo>
                        <a:pt x="56656" y="69276"/>
                      </a:moveTo>
                      <a:lnTo>
                        <a:pt x="56656" y="437894"/>
                      </a:lnTo>
                      <a:lnTo>
                        <a:pt x="242394" y="251204"/>
                      </a:lnTo>
                      <a:close/>
                      <a:moveTo>
                        <a:pt x="85231" y="44511"/>
                      </a:moveTo>
                      <a:lnTo>
                        <a:pt x="367171" y="319784"/>
                      </a:lnTo>
                      <a:cubicBezTo>
                        <a:pt x="374791" y="327404"/>
                        <a:pt x="386221" y="327404"/>
                        <a:pt x="393841" y="319784"/>
                      </a:cubicBezTo>
                      <a:lnTo>
                        <a:pt x="676734" y="44511"/>
                      </a:lnTo>
                      <a:close/>
                      <a:moveTo>
                        <a:pt x="84002" y="0"/>
                      </a:moveTo>
                      <a:lnTo>
                        <a:pt x="671998" y="0"/>
                      </a:lnTo>
                      <a:cubicBezTo>
                        <a:pt x="718391" y="0"/>
                        <a:pt x="756000" y="37609"/>
                        <a:pt x="756000" y="84002"/>
                      </a:cubicBezTo>
                      <a:lnTo>
                        <a:pt x="756000" y="419998"/>
                      </a:lnTo>
                      <a:cubicBezTo>
                        <a:pt x="756000" y="466391"/>
                        <a:pt x="718391" y="504000"/>
                        <a:pt x="671998" y="504000"/>
                      </a:cubicBezTo>
                      <a:lnTo>
                        <a:pt x="84002" y="504000"/>
                      </a:lnTo>
                      <a:cubicBezTo>
                        <a:pt x="37609" y="504000"/>
                        <a:pt x="0" y="466391"/>
                        <a:pt x="0" y="419998"/>
                      </a:cubicBezTo>
                      <a:lnTo>
                        <a:pt x="0" y="84002"/>
                      </a:lnTo>
                      <a:cubicBezTo>
                        <a:pt x="0" y="37609"/>
                        <a:pt x="37609" y="0"/>
                        <a:pt x="84002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23A3E48-E953-630F-8A2F-CDECC2C0519D}"/>
                    </a:ext>
                  </a:extLst>
                </p:cNvPr>
                <p:cNvSpPr txBox="1"/>
                <p:nvPr/>
              </p:nvSpPr>
              <p:spPr>
                <a:xfrm>
                  <a:off x="4759083" y="3691652"/>
                  <a:ext cx="1739263" cy="3351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solidFill>
                        <a:schemeClr val="bg1">
                          <a:lumMod val="65000"/>
                        </a:schemeClr>
                      </a:solidFill>
                    </a:rPr>
                    <a:t>name@college.edu</a:t>
                  </a:r>
                </a:p>
              </p:txBody>
            </p:sp>
          </p:grp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D7C5AA9-1364-BE5D-2401-9DA5DAF4A3A6}"/>
                </a:ext>
              </a:extLst>
            </p:cNvPr>
            <p:cNvGrpSpPr/>
            <p:nvPr/>
          </p:nvGrpSpPr>
          <p:grpSpPr>
            <a:xfrm>
              <a:off x="4708642" y="4414306"/>
              <a:ext cx="2774714" cy="703086"/>
              <a:chOff x="4708642" y="4414306"/>
              <a:chExt cx="2774714" cy="703086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1C5E5887-4D01-B14E-DBAB-8B937C246D3C}"/>
                  </a:ext>
                </a:extLst>
              </p:cNvPr>
              <p:cNvSpPr/>
              <p:nvPr/>
            </p:nvSpPr>
            <p:spPr>
              <a:xfrm>
                <a:off x="4708642" y="4414306"/>
                <a:ext cx="2774714" cy="264869"/>
              </a:xfrm>
              <a:prstGeom prst="roundRect">
                <a:avLst>
                  <a:gd name="adj" fmla="val 2796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dirty="0"/>
                  <a:t>Password</a:t>
                </a:r>
                <a:endParaRPr lang="en-IN" sz="1200" dirty="0"/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8D024599-12A2-BBF3-253E-5E9185ABA634}"/>
                  </a:ext>
                </a:extLst>
              </p:cNvPr>
              <p:cNvGrpSpPr/>
              <p:nvPr/>
            </p:nvGrpSpPr>
            <p:grpSpPr>
              <a:xfrm>
                <a:off x="4708642" y="4690817"/>
                <a:ext cx="2774714" cy="426575"/>
                <a:chOff x="4417297" y="4760326"/>
                <a:chExt cx="3357404" cy="516156"/>
              </a:xfrm>
            </p:grpSpPr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92820555-5695-A1E2-8033-0ECACC8082C1}"/>
                    </a:ext>
                  </a:extLst>
                </p:cNvPr>
                <p:cNvSpPr/>
                <p:nvPr/>
              </p:nvSpPr>
              <p:spPr>
                <a:xfrm>
                  <a:off x="4417297" y="4760326"/>
                  <a:ext cx="3357404" cy="516156"/>
                </a:xfrm>
                <a:prstGeom prst="roundRect">
                  <a:avLst>
                    <a:gd name="adj" fmla="val 27960"/>
                  </a:avLst>
                </a:prstGeom>
                <a:solidFill>
                  <a:srgbClr val="425166"/>
                </a:solidFill>
                <a:ln w="3175">
                  <a:solidFill>
                    <a:schemeClr val="bg1">
                      <a:alpha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IN" sz="1200" dirty="0"/>
                </a:p>
              </p:txBody>
            </p:sp>
            <p:sp>
              <p:nvSpPr>
                <p:cNvPr id="27" name="Graphic 20" descr="Lock with solid fill">
                  <a:extLst>
                    <a:ext uri="{FF2B5EF4-FFF2-40B4-BE49-F238E27FC236}">
                      <a16:creationId xmlns:a16="http://schemas.microsoft.com/office/drawing/2014/main" id="{1A400C28-3647-4501-D676-5B5283E4C102}"/>
                    </a:ext>
                  </a:extLst>
                </p:cNvPr>
                <p:cNvSpPr/>
                <p:nvPr/>
              </p:nvSpPr>
              <p:spPr>
                <a:xfrm>
                  <a:off x="4580758" y="4896551"/>
                  <a:ext cx="186954" cy="243707"/>
                </a:xfrm>
                <a:custGeom>
                  <a:avLst/>
                  <a:gdLst>
                    <a:gd name="csX0" fmla="*/ 285750 w 533400"/>
                    <a:gd name="csY0" fmla="*/ 549593 h 695325"/>
                    <a:gd name="csX1" fmla="*/ 285750 w 533400"/>
                    <a:gd name="csY1" fmla="*/ 600075 h 695325"/>
                    <a:gd name="csX2" fmla="*/ 247650 w 533400"/>
                    <a:gd name="csY2" fmla="*/ 600075 h 695325"/>
                    <a:gd name="csX3" fmla="*/ 247650 w 533400"/>
                    <a:gd name="csY3" fmla="*/ 549593 h 695325"/>
                    <a:gd name="csX4" fmla="*/ 209550 w 533400"/>
                    <a:gd name="csY4" fmla="*/ 495300 h 695325"/>
                    <a:gd name="csX5" fmla="*/ 266700 w 533400"/>
                    <a:gd name="csY5" fmla="*/ 438150 h 695325"/>
                    <a:gd name="csX6" fmla="*/ 323850 w 533400"/>
                    <a:gd name="csY6" fmla="*/ 495300 h 695325"/>
                    <a:gd name="csX7" fmla="*/ 285750 w 533400"/>
                    <a:gd name="csY7" fmla="*/ 549593 h 695325"/>
                    <a:gd name="csX8" fmla="*/ 123825 w 533400"/>
                    <a:gd name="csY8" fmla="*/ 200025 h 695325"/>
                    <a:gd name="csX9" fmla="*/ 266700 w 533400"/>
                    <a:gd name="csY9" fmla="*/ 57150 h 695325"/>
                    <a:gd name="csX10" fmla="*/ 409575 w 533400"/>
                    <a:gd name="csY10" fmla="*/ 200025 h 695325"/>
                    <a:gd name="csX11" fmla="*/ 409575 w 533400"/>
                    <a:gd name="csY11" fmla="*/ 305753 h 695325"/>
                    <a:gd name="csX12" fmla="*/ 266700 w 533400"/>
                    <a:gd name="csY12" fmla="*/ 295275 h 695325"/>
                    <a:gd name="csX13" fmla="*/ 123825 w 533400"/>
                    <a:gd name="csY13" fmla="*/ 305753 h 695325"/>
                    <a:gd name="csX14" fmla="*/ 123825 w 533400"/>
                    <a:gd name="csY14" fmla="*/ 200025 h 695325"/>
                    <a:gd name="csX15" fmla="*/ 466725 w 533400"/>
                    <a:gd name="csY15" fmla="*/ 309563 h 695325"/>
                    <a:gd name="csX16" fmla="*/ 466725 w 533400"/>
                    <a:gd name="csY16" fmla="*/ 200025 h 695325"/>
                    <a:gd name="csX17" fmla="*/ 266700 w 533400"/>
                    <a:gd name="csY17" fmla="*/ 0 h 695325"/>
                    <a:gd name="csX18" fmla="*/ 66675 w 533400"/>
                    <a:gd name="csY18" fmla="*/ 200025 h 695325"/>
                    <a:gd name="csX19" fmla="*/ 66675 w 533400"/>
                    <a:gd name="csY19" fmla="*/ 309563 h 695325"/>
                    <a:gd name="csX20" fmla="*/ 0 w 533400"/>
                    <a:gd name="csY20" fmla="*/ 314325 h 695325"/>
                    <a:gd name="csX21" fmla="*/ 0 w 533400"/>
                    <a:gd name="csY21" fmla="*/ 676275 h 695325"/>
                    <a:gd name="csX22" fmla="*/ 266700 w 533400"/>
                    <a:gd name="csY22" fmla="*/ 695325 h 695325"/>
                    <a:gd name="csX23" fmla="*/ 533400 w 533400"/>
                    <a:gd name="csY23" fmla="*/ 676275 h 695325"/>
                    <a:gd name="csX24" fmla="*/ 533400 w 533400"/>
                    <a:gd name="csY24" fmla="*/ 314325 h 695325"/>
                    <a:gd name="csX25" fmla="*/ 466725 w 533400"/>
                    <a:gd name="csY25" fmla="*/ 309563 h 6953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533400" h="695325">
                      <a:moveTo>
                        <a:pt x="285750" y="549593"/>
                      </a:moveTo>
                      <a:lnTo>
                        <a:pt x="285750" y="600075"/>
                      </a:lnTo>
                      <a:lnTo>
                        <a:pt x="247650" y="600075"/>
                      </a:lnTo>
                      <a:lnTo>
                        <a:pt x="247650" y="549593"/>
                      </a:lnTo>
                      <a:cubicBezTo>
                        <a:pt x="225743" y="541973"/>
                        <a:pt x="209550" y="521017"/>
                        <a:pt x="209550" y="495300"/>
                      </a:cubicBezTo>
                      <a:cubicBezTo>
                        <a:pt x="209550" y="463868"/>
                        <a:pt x="235268" y="438150"/>
                        <a:pt x="266700" y="438150"/>
                      </a:cubicBezTo>
                      <a:cubicBezTo>
                        <a:pt x="298133" y="438150"/>
                        <a:pt x="323850" y="463868"/>
                        <a:pt x="323850" y="495300"/>
                      </a:cubicBezTo>
                      <a:cubicBezTo>
                        <a:pt x="323850" y="520065"/>
                        <a:pt x="307658" y="541020"/>
                        <a:pt x="285750" y="549593"/>
                      </a:cubicBezTo>
                      <a:close/>
                      <a:moveTo>
                        <a:pt x="123825" y="200025"/>
                      </a:moveTo>
                      <a:cubicBezTo>
                        <a:pt x="123825" y="120968"/>
                        <a:pt x="187643" y="57150"/>
                        <a:pt x="266700" y="57150"/>
                      </a:cubicBezTo>
                      <a:cubicBezTo>
                        <a:pt x="345758" y="57150"/>
                        <a:pt x="409575" y="120968"/>
                        <a:pt x="409575" y="200025"/>
                      </a:cubicBezTo>
                      <a:lnTo>
                        <a:pt x="409575" y="305753"/>
                      </a:lnTo>
                      <a:lnTo>
                        <a:pt x="266700" y="295275"/>
                      </a:lnTo>
                      <a:lnTo>
                        <a:pt x="123825" y="305753"/>
                      </a:lnTo>
                      <a:lnTo>
                        <a:pt x="123825" y="200025"/>
                      </a:lnTo>
                      <a:close/>
                      <a:moveTo>
                        <a:pt x="466725" y="309563"/>
                      </a:moveTo>
                      <a:lnTo>
                        <a:pt x="466725" y="200025"/>
                      </a:lnTo>
                      <a:cubicBezTo>
                        <a:pt x="466725" y="89535"/>
                        <a:pt x="377190" y="0"/>
                        <a:pt x="266700" y="0"/>
                      </a:cubicBezTo>
                      <a:cubicBezTo>
                        <a:pt x="156210" y="0"/>
                        <a:pt x="66675" y="89535"/>
                        <a:pt x="66675" y="200025"/>
                      </a:cubicBezTo>
                      <a:lnTo>
                        <a:pt x="66675" y="309563"/>
                      </a:lnTo>
                      <a:lnTo>
                        <a:pt x="0" y="314325"/>
                      </a:lnTo>
                      <a:lnTo>
                        <a:pt x="0" y="676275"/>
                      </a:lnTo>
                      <a:lnTo>
                        <a:pt x="266700" y="695325"/>
                      </a:lnTo>
                      <a:lnTo>
                        <a:pt x="533400" y="676275"/>
                      </a:lnTo>
                      <a:lnTo>
                        <a:pt x="533400" y="314325"/>
                      </a:lnTo>
                      <a:lnTo>
                        <a:pt x="466725" y="30956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n-IN" dirty="0"/>
                </a:p>
              </p:txBody>
            </p:sp>
            <p:sp>
              <p:nvSpPr>
                <p:cNvPr id="36" name="Flowchart: Connector 35">
                  <a:extLst>
                    <a:ext uri="{FF2B5EF4-FFF2-40B4-BE49-F238E27FC236}">
                      <a16:creationId xmlns:a16="http://schemas.microsoft.com/office/drawing/2014/main" id="{CD638E3F-B531-154C-5C08-3E0C6EC21603}"/>
                    </a:ext>
                  </a:extLst>
                </p:cNvPr>
                <p:cNvSpPr/>
                <p:nvPr/>
              </p:nvSpPr>
              <p:spPr>
                <a:xfrm>
                  <a:off x="4887119" y="4977288"/>
                  <a:ext cx="82232" cy="82232"/>
                </a:xfrm>
                <a:prstGeom prst="flowChartConnector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37" name="Flowchart: Connector 36">
                  <a:extLst>
                    <a:ext uri="{FF2B5EF4-FFF2-40B4-BE49-F238E27FC236}">
                      <a16:creationId xmlns:a16="http://schemas.microsoft.com/office/drawing/2014/main" id="{21142459-7D79-BC5C-4AE0-E9C151902C2A}"/>
                    </a:ext>
                  </a:extLst>
                </p:cNvPr>
                <p:cNvSpPr/>
                <p:nvPr/>
              </p:nvSpPr>
              <p:spPr>
                <a:xfrm>
                  <a:off x="5039519" y="4977288"/>
                  <a:ext cx="82232" cy="82232"/>
                </a:xfrm>
                <a:prstGeom prst="flowChartConnector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38" name="Flowchart: Connector 37">
                  <a:extLst>
                    <a:ext uri="{FF2B5EF4-FFF2-40B4-BE49-F238E27FC236}">
                      <a16:creationId xmlns:a16="http://schemas.microsoft.com/office/drawing/2014/main" id="{6F298C24-D28C-B239-9271-9305AD17B30A}"/>
                    </a:ext>
                  </a:extLst>
                </p:cNvPr>
                <p:cNvSpPr/>
                <p:nvPr/>
              </p:nvSpPr>
              <p:spPr>
                <a:xfrm>
                  <a:off x="5191919" y="4977288"/>
                  <a:ext cx="82232" cy="82232"/>
                </a:xfrm>
                <a:prstGeom prst="flowChartConnector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39" name="Flowchart: Connector 38">
                  <a:extLst>
                    <a:ext uri="{FF2B5EF4-FFF2-40B4-BE49-F238E27FC236}">
                      <a16:creationId xmlns:a16="http://schemas.microsoft.com/office/drawing/2014/main" id="{9AD7FC0F-A1E3-6615-D360-88BF21382641}"/>
                    </a:ext>
                  </a:extLst>
                </p:cNvPr>
                <p:cNvSpPr/>
                <p:nvPr/>
              </p:nvSpPr>
              <p:spPr>
                <a:xfrm>
                  <a:off x="5344319" y="4977288"/>
                  <a:ext cx="82232" cy="82232"/>
                </a:xfrm>
                <a:prstGeom prst="flowChartConnector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40" name="Flowchart: Connector 39">
                  <a:extLst>
                    <a:ext uri="{FF2B5EF4-FFF2-40B4-BE49-F238E27FC236}">
                      <a16:creationId xmlns:a16="http://schemas.microsoft.com/office/drawing/2014/main" id="{B836224C-7FC5-D28E-A516-6E193D916FB8}"/>
                    </a:ext>
                  </a:extLst>
                </p:cNvPr>
                <p:cNvSpPr/>
                <p:nvPr/>
              </p:nvSpPr>
              <p:spPr>
                <a:xfrm>
                  <a:off x="5496719" y="4977288"/>
                  <a:ext cx="82232" cy="82232"/>
                </a:xfrm>
                <a:prstGeom prst="flowChartConnector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41" name="Flowchart: Connector 40">
                  <a:extLst>
                    <a:ext uri="{FF2B5EF4-FFF2-40B4-BE49-F238E27FC236}">
                      <a16:creationId xmlns:a16="http://schemas.microsoft.com/office/drawing/2014/main" id="{21F661D8-E4C0-5621-D01C-441A211E6A35}"/>
                    </a:ext>
                  </a:extLst>
                </p:cNvPr>
                <p:cNvSpPr/>
                <p:nvPr/>
              </p:nvSpPr>
              <p:spPr>
                <a:xfrm>
                  <a:off x="5649119" y="4977288"/>
                  <a:ext cx="82232" cy="82232"/>
                </a:xfrm>
                <a:prstGeom prst="flowChartConnector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42" name="Flowchart: Connector 41">
                  <a:extLst>
                    <a:ext uri="{FF2B5EF4-FFF2-40B4-BE49-F238E27FC236}">
                      <a16:creationId xmlns:a16="http://schemas.microsoft.com/office/drawing/2014/main" id="{785FA4C0-E08F-7B5B-D96D-D1BAAF30D23D}"/>
                    </a:ext>
                  </a:extLst>
                </p:cNvPr>
                <p:cNvSpPr/>
                <p:nvPr/>
              </p:nvSpPr>
              <p:spPr>
                <a:xfrm>
                  <a:off x="5801519" y="4977288"/>
                  <a:ext cx="82232" cy="82232"/>
                </a:xfrm>
                <a:prstGeom prst="flowChartConnector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43" name="Flowchart: Connector 42">
                  <a:extLst>
                    <a:ext uri="{FF2B5EF4-FFF2-40B4-BE49-F238E27FC236}">
                      <a16:creationId xmlns:a16="http://schemas.microsoft.com/office/drawing/2014/main" id="{BB70E8C3-71B3-47D6-2EC3-C11109312190}"/>
                    </a:ext>
                  </a:extLst>
                </p:cNvPr>
                <p:cNvSpPr/>
                <p:nvPr/>
              </p:nvSpPr>
              <p:spPr>
                <a:xfrm>
                  <a:off x="5953919" y="4977288"/>
                  <a:ext cx="82232" cy="82232"/>
                </a:xfrm>
                <a:prstGeom prst="flowChartConnector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</p:grpSp>
        </p:grp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85D2EEF-6185-0C29-56F9-9E1D2EB0F0F8}"/>
                </a:ext>
              </a:extLst>
            </p:cNvPr>
            <p:cNvSpPr/>
            <p:nvPr/>
          </p:nvSpPr>
          <p:spPr>
            <a:xfrm>
              <a:off x="4708642" y="5898915"/>
              <a:ext cx="2774714" cy="426575"/>
            </a:xfrm>
            <a:prstGeom prst="roundRect">
              <a:avLst>
                <a:gd name="adj" fmla="val 27960"/>
              </a:avLst>
            </a:prstGeom>
            <a:gradFill flip="none" rotWithShape="1">
              <a:gsLst>
                <a:gs pos="100000">
                  <a:srgbClr val="8631C5"/>
                </a:gs>
                <a:gs pos="41000">
                  <a:srgbClr val="2F8FF9"/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Sign in</a:t>
              </a:r>
              <a:endParaRPr lang="en-IN" sz="1200" dirty="0"/>
            </a:p>
          </p:txBody>
        </p:sp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C31CDF11-38F7-5931-5EAC-654E59489C8E}"/>
                </a:ext>
              </a:extLst>
            </p:cNvPr>
            <p:cNvSpPr/>
            <p:nvPr/>
          </p:nvSpPr>
          <p:spPr>
            <a:xfrm>
              <a:off x="6347529" y="6095162"/>
              <a:ext cx="149894" cy="55320"/>
            </a:xfrm>
            <a:prstGeom prst="rightArrow">
              <a:avLst>
                <a:gd name="adj1" fmla="val 21541"/>
                <a:gd name="adj2" fmla="val 1325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F8B95B1-6C81-918F-F29E-BBED3CE3EA95}"/>
                </a:ext>
              </a:extLst>
            </p:cNvPr>
            <p:cNvGrpSpPr/>
            <p:nvPr/>
          </p:nvGrpSpPr>
          <p:grpSpPr>
            <a:xfrm>
              <a:off x="4673837" y="2930027"/>
              <a:ext cx="2809519" cy="661177"/>
              <a:chOff x="4673837" y="3364507"/>
              <a:chExt cx="2809519" cy="661177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F933976F-3073-9628-78F4-344DD9BE2773}"/>
                  </a:ext>
                </a:extLst>
              </p:cNvPr>
              <p:cNvSpPr/>
              <p:nvPr/>
            </p:nvSpPr>
            <p:spPr>
              <a:xfrm>
                <a:off x="4708642" y="3364507"/>
                <a:ext cx="2774714" cy="240790"/>
              </a:xfrm>
              <a:prstGeom prst="roundRect">
                <a:avLst>
                  <a:gd name="adj" fmla="val 2796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dirty="0"/>
                  <a:t>Full Name</a:t>
                </a:r>
                <a:endParaRPr lang="en-IN" sz="1200" dirty="0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0BDF704-5864-38AE-CFC1-0845C549FA4D}"/>
                  </a:ext>
                </a:extLst>
              </p:cNvPr>
              <p:cNvGrpSpPr/>
              <p:nvPr/>
            </p:nvGrpSpPr>
            <p:grpSpPr>
              <a:xfrm>
                <a:off x="4673837" y="3599109"/>
                <a:ext cx="2774714" cy="426575"/>
                <a:chOff x="4382492" y="3590206"/>
                <a:chExt cx="3357404" cy="516156"/>
              </a:xfrm>
            </p:grpSpPr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4CBA9B63-FF09-D2D9-3E41-D1809FC8A06D}"/>
                    </a:ext>
                  </a:extLst>
                </p:cNvPr>
                <p:cNvSpPr/>
                <p:nvPr/>
              </p:nvSpPr>
              <p:spPr>
                <a:xfrm>
                  <a:off x="4382492" y="3590206"/>
                  <a:ext cx="3357404" cy="516156"/>
                </a:xfrm>
                <a:prstGeom prst="roundRect">
                  <a:avLst>
                    <a:gd name="adj" fmla="val 27960"/>
                  </a:avLst>
                </a:prstGeom>
                <a:solidFill>
                  <a:srgbClr val="425166"/>
                </a:solidFill>
                <a:ln w="3175">
                  <a:solidFill>
                    <a:schemeClr val="bg1">
                      <a:alpha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IN" sz="1200" dirty="0"/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008827C-86CF-66B8-8BDD-C99414E49779}"/>
                    </a:ext>
                  </a:extLst>
                </p:cNvPr>
                <p:cNvSpPr txBox="1"/>
                <p:nvPr/>
              </p:nvSpPr>
              <p:spPr>
                <a:xfrm>
                  <a:off x="4759083" y="3691652"/>
                  <a:ext cx="1739263" cy="3351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chemeClr val="bg1">
                          <a:lumMod val="65000"/>
                        </a:schemeClr>
                      </a:solidFill>
                    </a:rPr>
                    <a:t>Bhargav Kothekar</a:t>
                  </a:r>
                  <a:endParaRPr lang="en-IN" sz="1200" dirty="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18" name="Graphic 7" descr="User with solid fill">
              <a:extLst>
                <a:ext uri="{FF2B5EF4-FFF2-40B4-BE49-F238E27FC236}">
                  <a16:creationId xmlns:a16="http://schemas.microsoft.com/office/drawing/2014/main" id="{40BCB1F3-4514-0218-FF70-E4994FD9C666}"/>
                </a:ext>
              </a:extLst>
            </p:cNvPr>
            <p:cNvGrpSpPr/>
            <p:nvPr/>
          </p:nvGrpSpPr>
          <p:grpSpPr>
            <a:xfrm>
              <a:off x="4812411" y="3292719"/>
              <a:ext cx="160527" cy="170559"/>
              <a:chOff x="8450580" y="2895877"/>
              <a:chExt cx="609600" cy="647700"/>
            </a:xfrm>
            <a:solidFill>
              <a:schemeClr val="bg1"/>
            </a:soli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5313F41-BCF3-0526-8B54-DE400CA3A40A}"/>
                  </a:ext>
                </a:extLst>
              </p:cNvPr>
              <p:cNvSpPr/>
              <p:nvPr/>
            </p:nvSpPr>
            <p:spPr>
              <a:xfrm>
                <a:off x="8602980" y="2895877"/>
                <a:ext cx="304800" cy="304800"/>
              </a:xfrm>
              <a:custGeom>
                <a:avLst/>
                <a:gdLst>
                  <a:gd name="csX0" fmla="*/ 304800 w 304800"/>
                  <a:gd name="csY0" fmla="*/ 152400 h 304800"/>
                  <a:gd name="csX1" fmla="*/ 152400 w 304800"/>
                  <a:gd name="csY1" fmla="*/ 304800 h 304800"/>
                  <a:gd name="csX2" fmla="*/ 0 w 304800"/>
                  <a:gd name="csY2" fmla="*/ 152400 h 304800"/>
                  <a:gd name="csX3" fmla="*/ 152400 w 304800"/>
                  <a:gd name="csY3" fmla="*/ 0 h 304800"/>
                  <a:gd name="csX4" fmla="*/ 304800 w 304800"/>
                  <a:gd name="csY4" fmla="*/ 152400 h 304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04800" h="304800">
                    <a:moveTo>
                      <a:pt x="304800" y="152400"/>
                    </a:moveTo>
                    <a:cubicBezTo>
                      <a:pt x="304800" y="236568"/>
                      <a:pt x="236568" y="304800"/>
                      <a:pt x="152400" y="304800"/>
                    </a:cubicBezTo>
                    <a:cubicBezTo>
                      <a:pt x="68232" y="304800"/>
                      <a:pt x="0" y="236568"/>
                      <a:pt x="0" y="152400"/>
                    </a:cubicBezTo>
                    <a:cubicBezTo>
                      <a:pt x="0" y="68232"/>
                      <a:pt x="68232" y="0"/>
                      <a:pt x="152400" y="0"/>
                    </a:cubicBezTo>
                    <a:cubicBezTo>
                      <a:pt x="236568" y="0"/>
                      <a:pt x="304800" y="68232"/>
                      <a:pt x="304800" y="15240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ECCDBE0-7782-E432-6E96-477A737B563C}"/>
                  </a:ext>
                </a:extLst>
              </p:cNvPr>
              <p:cNvSpPr/>
              <p:nvPr/>
            </p:nvSpPr>
            <p:spPr>
              <a:xfrm>
                <a:off x="8450580" y="3238777"/>
                <a:ext cx="609600" cy="304800"/>
              </a:xfrm>
              <a:custGeom>
                <a:avLst/>
                <a:gdLst>
                  <a:gd name="csX0" fmla="*/ 609600 w 609600"/>
                  <a:gd name="csY0" fmla="*/ 304800 h 304800"/>
                  <a:gd name="csX1" fmla="*/ 609600 w 609600"/>
                  <a:gd name="csY1" fmla="*/ 152400 h 304800"/>
                  <a:gd name="csX2" fmla="*/ 579120 w 609600"/>
                  <a:gd name="csY2" fmla="*/ 91440 h 304800"/>
                  <a:gd name="csX3" fmla="*/ 430530 w 609600"/>
                  <a:gd name="csY3" fmla="*/ 19050 h 304800"/>
                  <a:gd name="csX4" fmla="*/ 304800 w 609600"/>
                  <a:gd name="csY4" fmla="*/ 0 h 304800"/>
                  <a:gd name="csX5" fmla="*/ 179070 w 609600"/>
                  <a:gd name="csY5" fmla="*/ 19050 h 304800"/>
                  <a:gd name="csX6" fmla="*/ 30480 w 609600"/>
                  <a:gd name="csY6" fmla="*/ 91440 h 304800"/>
                  <a:gd name="csX7" fmla="*/ 0 w 609600"/>
                  <a:gd name="csY7" fmla="*/ 152400 h 304800"/>
                  <a:gd name="csX8" fmla="*/ 0 w 609600"/>
                  <a:gd name="csY8" fmla="*/ 304800 h 304800"/>
                  <a:gd name="csX9" fmla="*/ 609600 w 609600"/>
                  <a:gd name="csY9" fmla="*/ 304800 h 304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09600" h="304800">
                    <a:moveTo>
                      <a:pt x="609600" y="304800"/>
                    </a:moveTo>
                    <a:lnTo>
                      <a:pt x="609600" y="152400"/>
                    </a:lnTo>
                    <a:cubicBezTo>
                      <a:pt x="609600" y="129540"/>
                      <a:pt x="598170" y="106680"/>
                      <a:pt x="579120" y="91440"/>
                    </a:cubicBezTo>
                    <a:cubicBezTo>
                      <a:pt x="537210" y="57150"/>
                      <a:pt x="483870" y="34290"/>
                      <a:pt x="430530" y="19050"/>
                    </a:cubicBezTo>
                    <a:cubicBezTo>
                      <a:pt x="392430" y="7620"/>
                      <a:pt x="350520" y="0"/>
                      <a:pt x="304800" y="0"/>
                    </a:cubicBezTo>
                    <a:cubicBezTo>
                      <a:pt x="262890" y="0"/>
                      <a:pt x="220980" y="7620"/>
                      <a:pt x="179070" y="19050"/>
                    </a:cubicBezTo>
                    <a:cubicBezTo>
                      <a:pt x="125730" y="34290"/>
                      <a:pt x="72390" y="60960"/>
                      <a:pt x="30480" y="91440"/>
                    </a:cubicBezTo>
                    <a:cubicBezTo>
                      <a:pt x="11430" y="106680"/>
                      <a:pt x="0" y="129540"/>
                      <a:pt x="0" y="152400"/>
                    </a:cubicBezTo>
                    <a:lnTo>
                      <a:pt x="0" y="304800"/>
                    </a:lnTo>
                    <a:lnTo>
                      <a:pt x="609600" y="3048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CA9737B-0F87-BC3C-F378-55F937F2CC09}"/>
                </a:ext>
              </a:extLst>
            </p:cNvPr>
            <p:cNvSpPr txBox="1"/>
            <p:nvPr/>
          </p:nvSpPr>
          <p:spPr>
            <a:xfrm>
              <a:off x="4727424" y="5172194"/>
              <a:ext cx="28438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>
                <a:defRPr sz="1200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/>
                <a:t>Join as</a:t>
              </a:r>
              <a:endParaRPr lang="en-IN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62E22E66-D08C-4A0B-497B-263A7C8EF452}"/>
                </a:ext>
              </a:extLst>
            </p:cNvPr>
            <p:cNvSpPr/>
            <p:nvPr/>
          </p:nvSpPr>
          <p:spPr>
            <a:xfrm>
              <a:off x="4708642" y="5431627"/>
              <a:ext cx="1294425" cy="307781"/>
            </a:xfrm>
            <a:prstGeom prst="roundRect">
              <a:avLst>
                <a:gd name="adj" fmla="val 30703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latin typeface="Arial Rounded MT Bold" panose="020F0704030504030204" pitchFamily="34" charset="0"/>
                </a:rPr>
                <a:t>Student </a:t>
              </a:r>
              <a:endParaRPr lang="en-IN" sz="105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5E3A9AAD-DF4E-B539-AAD1-729A5ECDD288}"/>
                </a:ext>
              </a:extLst>
            </p:cNvPr>
            <p:cNvSpPr/>
            <p:nvPr/>
          </p:nvSpPr>
          <p:spPr>
            <a:xfrm>
              <a:off x="6188931" y="5431627"/>
              <a:ext cx="1294425" cy="307781"/>
            </a:xfrm>
            <a:prstGeom prst="roundRect">
              <a:avLst>
                <a:gd name="adj" fmla="val 30703"/>
              </a:avLst>
            </a:prstGeom>
            <a:solidFill>
              <a:srgbClr val="5C91DE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latin typeface="Arial Rounded MT Bold" panose="020F0704030504030204" pitchFamily="34" charset="0"/>
                </a:rPr>
                <a:t>Teacher </a:t>
              </a:r>
              <a:endParaRPr lang="en-IN" sz="1050" dirty="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34736DE6-6D26-0AEE-5BA5-C8B1529CBF2E}"/>
              </a:ext>
            </a:extLst>
          </p:cNvPr>
          <p:cNvSpPr/>
          <p:nvPr/>
        </p:nvSpPr>
        <p:spPr>
          <a:xfrm>
            <a:off x="7253138" y="431387"/>
            <a:ext cx="918253" cy="417386"/>
          </a:xfrm>
          <a:prstGeom prst="roundRect">
            <a:avLst/>
          </a:pr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0" dirty="0">
                <a:solidFill>
                  <a:schemeClr val="bg1"/>
                </a:solidFill>
              </a:rPr>
              <a:t>User open Portal</a:t>
            </a:r>
            <a:endParaRPr lang="en-IN" sz="800" dirty="0">
              <a:solidFill>
                <a:schemeClr val="bg1"/>
              </a:solidFill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4F173094-33BA-7776-2B2C-4C77979E6380}"/>
              </a:ext>
            </a:extLst>
          </p:cNvPr>
          <p:cNvSpPr/>
          <p:nvPr/>
        </p:nvSpPr>
        <p:spPr>
          <a:xfrm>
            <a:off x="7253138" y="977050"/>
            <a:ext cx="918253" cy="344947"/>
          </a:xfrm>
          <a:custGeom>
            <a:avLst/>
            <a:gdLst>
              <a:gd name="csX0" fmla="*/ 0 w 627178"/>
              <a:gd name="csY0" fmla="*/ 129582 h 259164"/>
              <a:gd name="csX1" fmla="*/ 313589 w 627178"/>
              <a:gd name="csY1" fmla="*/ 0 h 259164"/>
              <a:gd name="csX2" fmla="*/ 627178 w 627178"/>
              <a:gd name="csY2" fmla="*/ 129582 h 259164"/>
              <a:gd name="csX3" fmla="*/ 313589 w 627178"/>
              <a:gd name="csY3" fmla="*/ 259164 h 259164"/>
              <a:gd name="csX4" fmla="*/ 0 w 627178"/>
              <a:gd name="csY4" fmla="*/ 129582 h 259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7178" h="259164">
                <a:moveTo>
                  <a:pt x="0" y="129582"/>
                </a:moveTo>
                <a:lnTo>
                  <a:pt x="313589" y="0"/>
                </a:lnTo>
                <a:lnTo>
                  <a:pt x="627178" y="129582"/>
                </a:lnTo>
                <a:lnTo>
                  <a:pt x="313589" y="259164"/>
                </a:lnTo>
                <a:lnTo>
                  <a:pt x="0" y="129582"/>
                </a:lnTo>
                <a:close/>
              </a:path>
            </a:pathLst>
          </a:cu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0" dirty="0">
                <a:solidFill>
                  <a:schemeClr val="bg1"/>
                </a:solidFill>
              </a:rPr>
              <a:t>Has Account?</a:t>
            </a:r>
            <a:endParaRPr lang="en-IN" sz="800" dirty="0">
              <a:solidFill>
                <a:schemeClr val="bg1"/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DB2E5F3F-19A7-E665-CAB2-22F4ECBBC847}"/>
              </a:ext>
            </a:extLst>
          </p:cNvPr>
          <p:cNvSpPr/>
          <p:nvPr/>
        </p:nvSpPr>
        <p:spPr>
          <a:xfrm>
            <a:off x="6380624" y="1283721"/>
            <a:ext cx="627178" cy="285080"/>
          </a:xfrm>
          <a:prstGeom prst="roundRect">
            <a:avLst/>
          </a:pr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800" kern="1200" dirty="0">
                <a:solidFill>
                  <a:schemeClr val="bg1"/>
                </a:solidFill>
              </a:rPr>
              <a:t>Yes</a:t>
            </a:r>
            <a:endParaRPr lang="en-IN" sz="800" kern="1200" dirty="0">
              <a:solidFill>
                <a:schemeClr val="bg1"/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EB9D5FB3-2ECF-D554-950F-14789436E1EA}"/>
              </a:ext>
            </a:extLst>
          </p:cNvPr>
          <p:cNvSpPr/>
          <p:nvPr/>
        </p:nvSpPr>
        <p:spPr>
          <a:xfrm>
            <a:off x="8416725" y="1282627"/>
            <a:ext cx="627178" cy="285080"/>
          </a:xfrm>
          <a:prstGeom prst="roundRect">
            <a:avLst/>
          </a:pr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800" kern="1200" dirty="0">
                <a:solidFill>
                  <a:schemeClr val="bg1"/>
                </a:solidFill>
              </a:rPr>
              <a:t>No</a:t>
            </a:r>
            <a:endParaRPr lang="en-IN" sz="800" kern="1200" dirty="0">
              <a:solidFill>
                <a:schemeClr val="bg1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CEA1B660-09C0-FB3B-9EE0-961E499C33AD}"/>
              </a:ext>
            </a:extLst>
          </p:cNvPr>
          <p:cNvSpPr/>
          <p:nvPr/>
        </p:nvSpPr>
        <p:spPr>
          <a:xfrm>
            <a:off x="8416724" y="1687448"/>
            <a:ext cx="627178" cy="285080"/>
          </a:xfrm>
          <a:prstGeom prst="roundRect">
            <a:avLst/>
          </a:pr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800" kern="1200" dirty="0">
                <a:solidFill>
                  <a:schemeClr val="bg1"/>
                </a:solidFill>
              </a:rPr>
              <a:t>Register</a:t>
            </a:r>
            <a:endParaRPr lang="en-IN" sz="800" kern="1200" dirty="0">
              <a:solidFill>
                <a:schemeClr val="bg1"/>
              </a:solidFill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60DD3B9A-3AAA-B611-5DAD-BD3D6CD06091}"/>
              </a:ext>
            </a:extLst>
          </p:cNvPr>
          <p:cNvSpPr/>
          <p:nvPr/>
        </p:nvSpPr>
        <p:spPr>
          <a:xfrm>
            <a:off x="8420604" y="2091176"/>
            <a:ext cx="627178" cy="285080"/>
          </a:xfrm>
          <a:custGeom>
            <a:avLst/>
            <a:gdLst>
              <a:gd name="csX0" fmla="*/ 0 w 518329"/>
              <a:gd name="csY0" fmla="*/ 129582 h 259164"/>
              <a:gd name="csX1" fmla="*/ 259165 w 518329"/>
              <a:gd name="csY1" fmla="*/ 0 h 259164"/>
              <a:gd name="csX2" fmla="*/ 518329 w 518329"/>
              <a:gd name="csY2" fmla="*/ 129582 h 259164"/>
              <a:gd name="csX3" fmla="*/ 259165 w 518329"/>
              <a:gd name="csY3" fmla="*/ 259164 h 259164"/>
              <a:gd name="csX4" fmla="*/ 0 w 518329"/>
              <a:gd name="csY4" fmla="*/ 129582 h 259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18329" h="259164">
                <a:moveTo>
                  <a:pt x="0" y="129582"/>
                </a:moveTo>
                <a:lnTo>
                  <a:pt x="259165" y="0"/>
                </a:lnTo>
                <a:lnTo>
                  <a:pt x="518329" y="129582"/>
                </a:lnTo>
                <a:lnTo>
                  <a:pt x="259165" y="259164"/>
                </a:lnTo>
                <a:lnTo>
                  <a:pt x="0" y="129582"/>
                </a:lnTo>
                <a:close/>
              </a:path>
            </a:pathLst>
          </a:cu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0" dirty="0">
                <a:solidFill>
                  <a:schemeClr val="bg1"/>
                </a:solidFill>
              </a:rPr>
              <a:t>Role</a:t>
            </a:r>
            <a:endParaRPr lang="en-IN" sz="800" dirty="0">
              <a:solidFill>
                <a:schemeClr val="bg1"/>
              </a:solidFill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E1A21243-B463-3A38-F452-3E4D6A84BF52}"/>
              </a:ext>
            </a:extLst>
          </p:cNvPr>
          <p:cNvSpPr/>
          <p:nvPr/>
        </p:nvSpPr>
        <p:spPr>
          <a:xfrm>
            <a:off x="7685857" y="2446860"/>
            <a:ext cx="627178" cy="285080"/>
          </a:xfrm>
          <a:prstGeom prst="roundRect">
            <a:avLst/>
          </a:pr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800" kern="1200" dirty="0">
                <a:solidFill>
                  <a:schemeClr val="bg1"/>
                </a:solidFill>
              </a:rPr>
              <a:t>Student </a:t>
            </a:r>
            <a:endParaRPr lang="en-IN" sz="800" kern="1200" dirty="0">
              <a:solidFill>
                <a:schemeClr val="bg1"/>
              </a:solidFill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49113785-2341-1F6B-25FC-D8C265008AEF}"/>
              </a:ext>
            </a:extLst>
          </p:cNvPr>
          <p:cNvSpPr/>
          <p:nvPr/>
        </p:nvSpPr>
        <p:spPr>
          <a:xfrm>
            <a:off x="7543767" y="2825967"/>
            <a:ext cx="918253" cy="285080"/>
          </a:xfrm>
          <a:prstGeom prst="roundRect">
            <a:avLst/>
          </a:pr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800" kern="1200" dirty="0">
                <a:solidFill>
                  <a:schemeClr val="bg1"/>
                </a:solidFill>
              </a:rPr>
              <a:t>Create Active Student Account</a:t>
            </a:r>
            <a:endParaRPr lang="en-IN" sz="800" kern="1200" dirty="0">
              <a:solidFill>
                <a:schemeClr val="bg1"/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705C7DA3-6D69-2508-65BA-74B4DBE3C844}"/>
              </a:ext>
            </a:extLst>
          </p:cNvPr>
          <p:cNvSpPr/>
          <p:nvPr/>
        </p:nvSpPr>
        <p:spPr>
          <a:xfrm>
            <a:off x="9267145" y="2473869"/>
            <a:ext cx="627178" cy="285080"/>
          </a:xfrm>
          <a:prstGeom prst="roundRect">
            <a:avLst/>
          </a:pr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800" kern="1200" dirty="0">
                <a:solidFill>
                  <a:schemeClr val="bg1"/>
                </a:solidFill>
              </a:rPr>
              <a:t>Teacher</a:t>
            </a:r>
            <a:endParaRPr lang="en-IN" sz="800" kern="1200" dirty="0">
              <a:solidFill>
                <a:schemeClr val="bg1"/>
              </a:solidFill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95310230-5BC8-0731-D1EE-CBE2B0FC0480}"/>
              </a:ext>
            </a:extLst>
          </p:cNvPr>
          <p:cNvSpPr/>
          <p:nvPr/>
        </p:nvSpPr>
        <p:spPr>
          <a:xfrm>
            <a:off x="9121608" y="2856448"/>
            <a:ext cx="918253" cy="285080"/>
          </a:xfrm>
          <a:prstGeom prst="roundRect">
            <a:avLst/>
          </a:pr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800" kern="1200" dirty="0">
                <a:solidFill>
                  <a:schemeClr val="bg1"/>
                </a:solidFill>
              </a:rPr>
              <a:t>Create Pending Teacher Account</a:t>
            </a:r>
            <a:endParaRPr lang="en-IN" sz="800" kern="1200" dirty="0">
              <a:solidFill>
                <a:schemeClr val="bg1"/>
              </a:solidFill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1726F5A-5104-B76D-E130-794701478837}"/>
              </a:ext>
            </a:extLst>
          </p:cNvPr>
          <p:cNvSpPr/>
          <p:nvPr/>
        </p:nvSpPr>
        <p:spPr>
          <a:xfrm>
            <a:off x="9121607" y="3259922"/>
            <a:ext cx="918253" cy="285080"/>
          </a:xfrm>
          <a:prstGeom prst="roundRect">
            <a:avLst/>
          </a:pr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800" kern="1200" dirty="0">
                <a:solidFill>
                  <a:schemeClr val="bg1"/>
                </a:solidFill>
              </a:rPr>
              <a:t>Send Approval Email to admin</a:t>
            </a:r>
            <a:endParaRPr lang="en-IN" sz="800" kern="1200" dirty="0">
              <a:solidFill>
                <a:schemeClr val="bg1"/>
              </a:solidFill>
            </a:endParaRP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089F5C3-1DCD-91AF-3B74-719E54DE765E}"/>
              </a:ext>
            </a:extLst>
          </p:cNvPr>
          <p:cNvSpPr/>
          <p:nvPr/>
        </p:nvSpPr>
        <p:spPr>
          <a:xfrm>
            <a:off x="9075695" y="3656569"/>
            <a:ext cx="1010078" cy="285080"/>
          </a:xfrm>
          <a:custGeom>
            <a:avLst/>
            <a:gdLst>
              <a:gd name="csX0" fmla="*/ 0 w 518329"/>
              <a:gd name="csY0" fmla="*/ 129582 h 259164"/>
              <a:gd name="csX1" fmla="*/ 259165 w 518329"/>
              <a:gd name="csY1" fmla="*/ 0 h 259164"/>
              <a:gd name="csX2" fmla="*/ 518329 w 518329"/>
              <a:gd name="csY2" fmla="*/ 129582 h 259164"/>
              <a:gd name="csX3" fmla="*/ 259165 w 518329"/>
              <a:gd name="csY3" fmla="*/ 259164 h 259164"/>
              <a:gd name="csX4" fmla="*/ 0 w 518329"/>
              <a:gd name="csY4" fmla="*/ 129582 h 259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18329" h="259164">
                <a:moveTo>
                  <a:pt x="0" y="129582"/>
                </a:moveTo>
                <a:lnTo>
                  <a:pt x="259165" y="0"/>
                </a:lnTo>
                <a:lnTo>
                  <a:pt x="518329" y="129582"/>
                </a:lnTo>
                <a:lnTo>
                  <a:pt x="259165" y="259164"/>
                </a:lnTo>
                <a:lnTo>
                  <a:pt x="0" y="129582"/>
                </a:lnTo>
                <a:close/>
              </a:path>
            </a:pathLst>
          </a:cu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0" dirty="0">
                <a:solidFill>
                  <a:schemeClr val="bg1"/>
                </a:solidFill>
              </a:rPr>
              <a:t>Admin Action</a:t>
            </a:r>
            <a:endParaRPr lang="en-IN" sz="800" dirty="0">
              <a:solidFill>
                <a:schemeClr val="bg1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6158F9F-4D86-76C9-D8B6-454998204FA0}"/>
              </a:ext>
            </a:extLst>
          </p:cNvPr>
          <p:cNvSpPr/>
          <p:nvPr/>
        </p:nvSpPr>
        <p:spPr>
          <a:xfrm>
            <a:off x="7398675" y="4733739"/>
            <a:ext cx="627178" cy="285080"/>
          </a:xfrm>
          <a:prstGeom prst="roundRect">
            <a:avLst/>
          </a:pr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800" kern="1200" dirty="0">
                <a:solidFill>
                  <a:schemeClr val="bg1"/>
                </a:solidFill>
              </a:rPr>
              <a:t>Login</a:t>
            </a:r>
            <a:endParaRPr lang="en-IN" sz="800" kern="1200" dirty="0">
              <a:solidFill>
                <a:schemeClr val="bg1"/>
              </a:solidFill>
            </a:endParaRP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00C41DC4-464A-0ED7-842C-CF9CF13E750F}"/>
              </a:ext>
            </a:extLst>
          </p:cNvPr>
          <p:cNvSpPr/>
          <p:nvPr/>
        </p:nvSpPr>
        <p:spPr>
          <a:xfrm>
            <a:off x="7156721" y="5159553"/>
            <a:ext cx="1111086" cy="313588"/>
          </a:xfrm>
          <a:custGeom>
            <a:avLst/>
            <a:gdLst>
              <a:gd name="csX0" fmla="*/ 0 w 627178"/>
              <a:gd name="csY0" fmla="*/ 129582 h 259164"/>
              <a:gd name="csX1" fmla="*/ 313589 w 627178"/>
              <a:gd name="csY1" fmla="*/ 0 h 259164"/>
              <a:gd name="csX2" fmla="*/ 627178 w 627178"/>
              <a:gd name="csY2" fmla="*/ 129582 h 259164"/>
              <a:gd name="csX3" fmla="*/ 313589 w 627178"/>
              <a:gd name="csY3" fmla="*/ 259164 h 259164"/>
              <a:gd name="csX4" fmla="*/ 0 w 627178"/>
              <a:gd name="csY4" fmla="*/ 129582 h 259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7178" h="259164">
                <a:moveTo>
                  <a:pt x="0" y="129582"/>
                </a:moveTo>
                <a:lnTo>
                  <a:pt x="313589" y="0"/>
                </a:lnTo>
                <a:lnTo>
                  <a:pt x="627178" y="129582"/>
                </a:lnTo>
                <a:lnTo>
                  <a:pt x="313589" y="259164"/>
                </a:lnTo>
                <a:lnTo>
                  <a:pt x="0" y="129582"/>
                </a:lnTo>
                <a:close/>
              </a:path>
            </a:pathLst>
          </a:cu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0" dirty="0">
                <a:solidFill>
                  <a:schemeClr val="bg1"/>
                </a:solidFill>
              </a:rPr>
              <a:t>Role Dashboard</a:t>
            </a:r>
            <a:endParaRPr lang="en-IN" sz="800" dirty="0">
              <a:solidFill>
                <a:schemeClr val="bg1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AB0E9B8-06CF-98C2-EA95-65FBC1EBE232}"/>
              </a:ext>
            </a:extLst>
          </p:cNvPr>
          <p:cNvSpPr/>
          <p:nvPr/>
        </p:nvSpPr>
        <p:spPr>
          <a:xfrm>
            <a:off x="6682481" y="5438629"/>
            <a:ext cx="627178" cy="285080"/>
          </a:xfrm>
          <a:prstGeom prst="roundRect">
            <a:avLst/>
          </a:pr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800" kern="1200" dirty="0">
                <a:solidFill>
                  <a:schemeClr val="bg1"/>
                </a:solidFill>
              </a:rPr>
              <a:t>Student</a:t>
            </a:r>
            <a:endParaRPr lang="en-IN" sz="800" kern="1200" dirty="0">
              <a:solidFill>
                <a:schemeClr val="bg1"/>
              </a:solidFill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741EE5B9-3B69-4640-FADD-3E2BA6F5B480}"/>
              </a:ext>
            </a:extLst>
          </p:cNvPr>
          <p:cNvSpPr/>
          <p:nvPr/>
        </p:nvSpPr>
        <p:spPr>
          <a:xfrm>
            <a:off x="6682928" y="5880329"/>
            <a:ext cx="627178" cy="285080"/>
          </a:xfrm>
          <a:prstGeom prst="roundRect">
            <a:avLst/>
          </a:pr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800" kern="1200" dirty="0">
                <a:solidFill>
                  <a:schemeClr val="bg1"/>
                </a:solidFill>
              </a:rPr>
              <a:t>Student Dashboard</a:t>
            </a:r>
            <a:endParaRPr lang="en-IN" sz="800" kern="1200" dirty="0">
              <a:solidFill>
                <a:schemeClr val="bg1"/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F4AE0169-AFF5-41CE-B08B-0B7D757CDB11}"/>
              </a:ext>
            </a:extLst>
          </p:cNvPr>
          <p:cNvSpPr/>
          <p:nvPr/>
        </p:nvSpPr>
        <p:spPr>
          <a:xfrm>
            <a:off x="8114014" y="5438779"/>
            <a:ext cx="627178" cy="285080"/>
          </a:xfrm>
          <a:prstGeom prst="roundRect">
            <a:avLst/>
          </a:pr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800" kern="1200" dirty="0">
                <a:solidFill>
                  <a:schemeClr val="bg1"/>
                </a:solidFill>
              </a:rPr>
              <a:t>Teacher </a:t>
            </a:r>
            <a:endParaRPr lang="en-IN" sz="800" kern="1200" dirty="0">
              <a:solidFill>
                <a:schemeClr val="bg1"/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936A4DE5-7796-3E6D-91ED-AEBD412D7603}"/>
              </a:ext>
            </a:extLst>
          </p:cNvPr>
          <p:cNvSpPr/>
          <p:nvPr/>
        </p:nvSpPr>
        <p:spPr>
          <a:xfrm>
            <a:off x="8116769" y="5878847"/>
            <a:ext cx="627178" cy="285080"/>
          </a:xfrm>
          <a:prstGeom prst="roundRect">
            <a:avLst/>
          </a:pr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800" kern="1200" dirty="0">
                <a:solidFill>
                  <a:schemeClr val="bg1"/>
                </a:solidFill>
              </a:rPr>
              <a:t>Teacher Dashboard</a:t>
            </a:r>
            <a:endParaRPr lang="en-IN" sz="800" kern="1200" dirty="0">
              <a:solidFill>
                <a:schemeClr val="bg1"/>
              </a:solidFill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79BA76C7-14A7-71EB-9A6F-1396F8F76423}"/>
              </a:ext>
            </a:extLst>
          </p:cNvPr>
          <p:cNvSpPr/>
          <p:nvPr/>
        </p:nvSpPr>
        <p:spPr>
          <a:xfrm>
            <a:off x="8616282" y="3931232"/>
            <a:ext cx="570162" cy="235604"/>
          </a:xfrm>
          <a:prstGeom prst="roundRect">
            <a:avLst/>
          </a:pr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800" kern="1200" dirty="0">
                <a:solidFill>
                  <a:schemeClr val="bg1"/>
                </a:solidFill>
              </a:rPr>
              <a:t>Approve</a:t>
            </a:r>
            <a:endParaRPr lang="en-IN" sz="800" kern="1200" dirty="0">
              <a:solidFill>
                <a:schemeClr val="bg1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1AA98C8B-E27D-2D06-DABD-1504FB118575}"/>
              </a:ext>
            </a:extLst>
          </p:cNvPr>
          <p:cNvSpPr/>
          <p:nvPr/>
        </p:nvSpPr>
        <p:spPr>
          <a:xfrm>
            <a:off x="8481532" y="4349370"/>
            <a:ext cx="834775" cy="259164"/>
          </a:xfrm>
          <a:prstGeom prst="roundRect">
            <a:avLst/>
          </a:pr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800" kern="1200" dirty="0">
                <a:solidFill>
                  <a:schemeClr val="bg1"/>
                </a:solidFill>
              </a:rPr>
              <a:t>Teacher Account Approved</a:t>
            </a:r>
            <a:endParaRPr lang="en-IN" sz="800" kern="1200" dirty="0">
              <a:solidFill>
                <a:schemeClr val="bg1"/>
              </a:solidFill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E43B2481-F22B-0245-B15E-085D32AEC461}"/>
              </a:ext>
            </a:extLst>
          </p:cNvPr>
          <p:cNvSpPr/>
          <p:nvPr/>
        </p:nvSpPr>
        <p:spPr>
          <a:xfrm>
            <a:off x="9987024" y="3931232"/>
            <a:ext cx="570162" cy="235604"/>
          </a:xfrm>
          <a:prstGeom prst="roundRect">
            <a:avLst/>
          </a:pr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800" kern="1200" dirty="0">
                <a:solidFill>
                  <a:schemeClr val="bg1"/>
                </a:solidFill>
              </a:rPr>
              <a:t>Reject</a:t>
            </a:r>
            <a:endParaRPr lang="en-IN" sz="800" kern="1200" dirty="0">
              <a:solidFill>
                <a:schemeClr val="bg1"/>
              </a:solidFill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3374BEA4-AB63-CF97-4468-A07DB57F93CE}"/>
              </a:ext>
            </a:extLst>
          </p:cNvPr>
          <p:cNvSpPr/>
          <p:nvPr/>
        </p:nvSpPr>
        <p:spPr>
          <a:xfrm>
            <a:off x="9854717" y="4349370"/>
            <a:ext cx="834775" cy="259164"/>
          </a:xfrm>
          <a:prstGeom prst="roundRect">
            <a:avLst/>
          </a:prstGeom>
          <a:solidFill>
            <a:srgbClr val="425166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800" kern="1200" dirty="0">
                <a:solidFill>
                  <a:schemeClr val="bg1"/>
                </a:solidFill>
              </a:rPr>
              <a:t>Teacher Account Removed</a:t>
            </a:r>
            <a:endParaRPr lang="en-IN" sz="800" kern="1200" dirty="0">
              <a:solidFill>
                <a:schemeClr val="bg1"/>
              </a:solidFill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5385CE9-BB8C-9E92-DB54-96AB4AD51BFA}"/>
              </a:ext>
            </a:extLst>
          </p:cNvPr>
          <p:cNvCxnSpPr>
            <a:cxnSpLocks/>
            <a:stCxn id="68" idx="2"/>
            <a:endCxn id="69" idx="1"/>
          </p:cNvCxnSpPr>
          <p:nvPr/>
        </p:nvCxnSpPr>
        <p:spPr>
          <a:xfrm>
            <a:off x="7712265" y="848773"/>
            <a:ext cx="0" cy="12827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AE35A9A-4C22-42E2-99D9-92F3110FD99D}"/>
              </a:ext>
            </a:extLst>
          </p:cNvPr>
          <p:cNvCxnSpPr>
            <a:cxnSpLocks/>
            <a:stCxn id="71" idx="2"/>
            <a:endCxn id="72" idx="0"/>
          </p:cNvCxnSpPr>
          <p:nvPr/>
        </p:nvCxnSpPr>
        <p:spPr>
          <a:xfrm flipH="1">
            <a:off x="8730313" y="1567707"/>
            <a:ext cx="1" cy="11974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D39089E9-082A-9A2B-FB81-208598600A45}"/>
              </a:ext>
            </a:extLst>
          </p:cNvPr>
          <p:cNvCxnSpPr>
            <a:cxnSpLocks/>
            <a:stCxn id="72" idx="2"/>
            <a:endCxn id="73" idx="1"/>
          </p:cNvCxnSpPr>
          <p:nvPr/>
        </p:nvCxnSpPr>
        <p:spPr>
          <a:xfrm>
            <a:off x="8730313" y="1972528"/>
            <a:ext cx="3881" cy="11864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E6896DF8-20A7-E4C1-87BC-84F80609BED9}"/>
              </a:ext>
            </a:extLst>
          </p:cNvPr>
          <p:cNvCxnSpPr>
            <a:cxnSpLocks/>
            <a:stCxn id="74" idx="2"/>
            <a:endCxn id="75" idx="0"/>
          </p:cNvCxnSpPr>
          <p:nvPr/>
        </p:nvCxnSpPr>
        <p:spPr>
          <a:xfrm>
            <a:off x="7999446" y="2731940"/>
            <a:ext cx="3448" cy="9402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28E4BCEE-9CA7-A2A1-B8BA-74CD37A36F64}"/>
              </a:ext>
            </a:extLst>
          </p:cNvPr>
          <p:cNvCxnSpPr>
            <a:cxnSpLocks/>
            <a:stCxn id="76" idx="2"/>
            <a:endCxn id="77" idx="0"/>
          </p:cNvCxnSpPr>
          <p:nvPr/>
        </p:nvCxnSpPr>
        <p:spPr>
          <a:xfrm>
            <a:off x="9580734" y="2758949"/>
            <a:ext cx="1" cy="97499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BFA9013F-A36D-C60C-632F-5E6DDA209241}"/>
              </a:ext>
            </a:extLst>
          </p:cNvPr>
          <p:cNvCxnSpPr>
            <a:cxnSpLocks/>
            <a:stCxn id="77" idx="2"/>
            <a:endCxn id="78" idx="0"/>
          </p:cNvCxnSpPr>
          <p:nvPr/>
        </p:nvCxnSpPr>
        <p:spPr>
          <a:xfrm flipH="1">
            <a:off x="9580734" y="3141528"/>
            <a:ext cx="1" cy="11839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31B47801-E53B-756C-851F-D0A4630674FD}"/>
              </a:ext>
            </a:extLst>
          </p:cNvPr>
          <p:cNvCxnSpPr>
            <a:cxnSpLocks/>
            <a:stCxn id="78" idx="2"/>
            <a:endCxn id="79" idx="1"/>
          </p:cNvCxnSpPr>
          <p:nvPr/>
        </p:nvCxnSpPr>
        <p:spPr>
          <a:xfrm>
            <a:off x="9580734" y="3545002"/>
            <a:ext cx="1" cy="11156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D49A4C42-63E1-5FFF-47F2-6CF2BBEEE5A4}"/>
              </a:ext>
            </a:extLst>
          </p:cNvPr>
          <p:cNvCxnSpPr>
            <a:cxnSpLocks/>
            <a:stCxn id="80" idx="2"/>
            <a:endCxn id="81" idx="0"/>
          </p:cNvCxnSpPr>
          <p:nvPr/>
        </p:nvCxnSpPr>
        <p:spPr>
          <a:xfrm flipH="1">
            <a:off x="8898920" y="4166836"/>
            <a:ext cx="2443" cy="18253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DA5880AE-5A7A-406B-C67A-AF8F9D33771F}"/>
              </a:ext>
            </a:extLst>
          </p:cNvPr>
          <p:cNvCxnSpPr>
            <a:cxnSpLocks/>
            <a:stCxn id="88" idx="2"/>
            <a:endCxn id="89" idx="0"/>
          </p:cNvCxnSpPr>
          <p:nvPr/>
        </p:nvCxnSpPr>
        <p:spPr>
          <a:xfrm>
            <a:off x="10272105" y="4166836"/>
            <a:ext cx="0" cy="18253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B7E09308-AAF1-23E4-2411-48DD758417B7}"/>
              </a:ext>
            </a:extLst>
          </p:cNvPr>
          <p:cNvCxnSpPr>
            <a:cxnSpLocks/>
            <a:stCxn id="81" idx="2"/>
            <a:endCxn id="82" idx="3"/>
          </p:cNvCxnSpPr>
          <p:nvPr/>
        </p:nvCxnSpPr>
        <p:spPr>
          <a:xfrm rot="5400000">
            <a:off x="8328515" y="4305873"/>
            <a:ext cx="267745" cy="873067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1316058E-99D8-EC9C-1905-46E0BBAF4C66}"/>
              </a:ext>
            </a:extLst>
          </p:cNvPr>
          <p:cNvCxnSpPr>
            <a:cxnSpLocks/>
            <a:stCxn id="70" idx="2"/>
            <a:endCxn id="82" idx="1"/>
          </p:cNvCxnSpPr>
          <p:nvPr/>
        </p:nvCxnSpPr>
        <p:spPr>
          <a:xfrm rot="16200000" flipH="1">
            <a:off x="5392705" y="2870309"/>
            <a:ext cx="3307478" cy="704462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178736DD-77AB-2975-17E0-3BAF042465F7}"/>
              </a:ext>
            </a:extLst>
          </p:cNvPr>
          <p:cNvCxnSpPr>
            <a:cxnSpLocks/>
            <a:stCxn id="75" idx="2"/>
            <a:endCxn id="82" idx="0"/>
          </p:cNvCxnSpPr>
          <p:nvPr/>
        </p:nvCxnSpPr>
        <p:spPr>
          <a:xfrm rot="5400000">
            <a:off x="7046233" y="3777078"/>
            <a:ext cx="1622692" cy="290630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5A13376B-E222-C0F7-4E25-B00EA23FE125}"/>
              </a:ext>
            </a:extLst>
          </p:cNvPr>
          <p:cNvCxnSpPr>
            <a:stCxn id="82" idx="2"/>
            <a:endCxn id="83" idx="1"/>
          </p:cNvCxnSpPr>
          <p:nvPr/>
        </p:nvCxnSpPr>
        <p:spPr>
          <a:xfrm>
            <a:off x="7712264" y="5018819"/>
            <a:ext cx="0" cy="14073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C5F9DE04-7637-735C-418A-ECCFFF4390F9}"/>
              </a:ext>
            </a:extLst>
          </p:cNvPr>
          <p:cNvCxnSpPr>
            <a:stCxn id="84" idx="2"/>
            <a:endCxn id="85" idx="0"/>
          </p:cNvCxnSpPr>
          <p:nvPr/>
        </p:nvCxnSpPr>
        <p:spPr>
          <a:xfrm>
            <a:off x="6996070" y="5723709"/>
            <a:ext cx="447" cy="15662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8FCFA1D1-3F8C-7C5F-6398-050DEE9D41B0}"/>
              </a:ext>
            </a:extLst>
          </p:cNvPr>
          <p:cNvCxnSpPr>
            <a:stCxn id="86" idx="2"/>
            <a:endCxn id="87" idx="0"/>
          </p:cNvCxnSpPr>
          <p:nvPr/>
        </p:nvCxnSpPr>
        <p:spPr>
          <a:xfrm>
            <a:off x="8427603" y="5723859"/>
            <a:ext cx="2755" cy="15498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: Elbow 208">
            <a:extLst>
              <a:ext uri="{FF2B5EF4-FFF2-40B4-BE49-F238E27FC236}">
                <a16:creationId xmlns:a16="http://schemas.microsoft.com/office/drawing/2014/main" id="{92DC259E-A7A0-BE69-7109-79C2D4A272FE}"/>
              </a:ext>
            </a:extLst>
          </p:cNvPr>
          <p:cNvCxnSpPr>
            <a:cxnSpLocks/>
            <a:stCxn id="69" idx="0"/>
            <a:endCxn id="70" idx="0"/>
          </p:cNvCxnSpPr>
          <p:nvPr/>
        </p:nvCxnSpPr>
        <p:spPr>
          <a:xfrm flipH="1">
            <a:off x="6694213" y="1149524"/>
            <a:ext cx="558925" cy="134197"/>
          </a:xfrm>
          <a:prstGeom prst="bentConnector4">
            <a:avLst>
              <a:gd name="adj1" fmla="val 5347"/>
              <a:gd name="adj2" fmla="val 94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: Elbow 215">
            <a:extLst>
              <a:ext uri="{FF2B5EF4-FFF2-40B4-BE49-F238E27FC236}">
                <a16:creationId xmlns:a16="http://schemas.microsoft.com/office/drawing/2014/main" id="{09438D90-59B1-85A2-50B0-853AB87B0B4A}"/>
              </a:ext>
            </a:extLst>
          </p:cNvPr>
          <p:cNvCxnSpPr>
            <a:cxnSpLocks/>
            <a:stCxn id="69" idx="2"/>
            <a:endCxn id="71" idx="0"/>
          </p:cNvCxnSpPr>
          <p:nvPr/>
        </p:nvCxnSpPr>
        <p:spPr>
          <a:xfrm>
            <a:off x="8171391" y="1149524"/>
            <a:ext cx="558923" cy="133103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: Elbow 219">
            <a:extLst>
              <a:ext uri="{FF2B5EF4-FFF2-40B4-BE49-F238E27FC236}">
                <a16:creationId xmlns:a16="http://schemas.microsoft.com/office/drawing/2014/main" id="{ED3101BB-B168-0706-F8B6-D0454F2A3024}"/>
              </a:ext>
            </a:extLst>
          </p:cNvPr>
          <p:cNvCxnSpPr>
            <a:cxnSpLocks/>
            <a:stCxn id="73" idx="2"/>
            <a:endCxn id="76" idx="0"/>
          </p:cNvCxnSpPr>
          <p:nvPr/>
        </p:nvCxnSpPr>
        <p:spPr>
          <a:xfrm>
            <a:off x="9047782" y="2233716"/>
            <a:ext cx="532952" cy="240153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452FFE8F-9BC3-9233-521C-F651836D4AD2}"/>
              </a:ext>
            </a:extLst>
          </p:cNvPr>
          <p:cNvCxnSpPr>
            <a:cxnSpLocks/>
            <a:stCxn id="73" idx="0"/>
            <a:endCxn id="74" idx="0"/>
          </p:cNvCxnSpPr>
          <p:nvPr/>
        </p:nvCxnSpPr>
        <p:spPr>
          <a:xfrm flipH="1">
            <a:off x="7999446" y="2233716"/>
            <a:ext cx="421158" cy="213144"/>
          </a:xfrm>
          <a:prstGeom prst="bentConnector4">
            <a:avLst>
              <a:gd name="adj1" fmla="val 101321"/>
              <a:gd name="adj2" fmla="val 83437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: Elbow 275">
            <a:extLst>
              <a:ext uri="{FF2B5EF4-FFF2-40B4-BE49-F238E27FC236}">
                <a16:creationId xmlns:a16="http://schemas.microsoft.com/office/drawing/2014/main" id="{033C8646-EC57-D233-544F-87E3C6B2C1C5}"/>
              </a:ext>
            </a:extLst>
          </p:cNvPr>
          <p:cNvCxnSpPr>
            <a:cxnSpLocks/>
            <a:stCxn id="79" idx="0"/>
            <a:endCxn id="80" idx="0"/>
          </p:cNvCxnSpPr>
          <p:nvPr/>
        </p:nvCxnSpPr>
        <p:spPr>
          <a:xfrm flipH="1">
            <a:off x="8901363" y="3799109"/>
            <a:ext cx="174332" cy="132123"/>
          </a:xfrm>
          <a:prstGeom prst="bentConnector4">
            <a:avLst>
              <a:gd name="adj1" fmla="val 102472"/>
              <a:gd name="adj2" fmla="val 62253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: Elbow 280">
            <a:extLst>
              <a:ext uri="{FF2B5EF4-FFF2-40B4-BE49-F238E27FC236}">
                <a16:creationId xmlns:a16="http://schemas.microsoft.com/office/drawing/2014/main" id="{3285B2CA-3B0F-606F-A19C-626B0269DA6E}"/>
              </a:ext>
            </a:extLst>
          </p:cNvPr>
          <p:cNvCxnSpPr>
            <a:stCxn id="79" idx="2"/>
            <a:endCxn id="88" idx="0"/>
          </p:cNvCxnSpPr>
          <p:nvPr/>
        </p:nvCxnSpPr>
        <p:spPr>
          <a:xfrm>
            <a:off x="10085773" y="3799109"/>
            <a:ext cx="186332" cy="132123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: Elbow 281">
            <a:extLst>
              <a:ext uri="{FF2B5EF4-FFF2-40B4-BE49-F238E27FC236}">
                <a16:creationId xmlns:a16="http://schemas.microsoft.com/office/drawing/2014/main" id="{4029AC5A-97FF-F35A-545D-DF999FE33549}"/>
              </a:ext>
            </a:extLst>
          </p:cNvPr>
          <p:cNvCxnSpPr>
            <a:cxnSpLocks/>
            <a:stCxn id="83" idx="0"/>
            <a:endCxn id="84" idx="0"/>
          </p:cNvCxnSpPr>
          <p:nvPr/>
        </p:nvCxnSpPr>
        <p:spPr>
          <a:xfrm flipH="1">
            <a:off x="6996070" y="5316347"/>
            <a:ext cx="160651" cy="122282"/>
          </a:xfrm>
          <a:prstGeom prst="bentConnector4">
            <a:avLst>
              <a:gd name="adj1" fmla="val 100500"/>
              <a:gd name="adj2" fmla="val 64953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: Elbow 291">
            <a:extLst>
              <a:ext uri="{FF2B5EF4-FFF2-40B4-BE49-F238E27FC236}">
                <a16:creationId xmlns:a16="http://schemas.microsoft.com/office/drawing/2014/main" id="{A1CCDEF8-1548-0C17-7A5A-0A78ED4FFA62}"/>
              </a:ext>
            </a:extLst>
          </p:cNvPr>
          <p:cNvCxnSpPr>
            <a:cxnSpLocks/>
            <a:stCxn id="83" idx="2"/>
            <a:endCxn id="86" idx="0"/>
          </p:cNvCxnSpPr>
          <p:nvPr/>
        </p:nvCxnSpPr>
        <p:spPr>
          <a:xfrm>
            <a:off x="8267807" y="5316347"/>
            <a:ext cx="159796" cy="122432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Rectangle: Rounded Corners 337">
            <a:extLst>
              <a:ext uri="{FF2B5EF4-FFF2-40B4-BE49-F238E27FC236}">
                <a16:creationId xmlns:a16="http://schemas.microsoft.com/office/drawing/2014/main" id="{47EEF7AE-290E-4684-7BAF-F8E4FAB60BE9}"/>
              </a:ext>
            </a:extLst>
          </p:cNvPr>
          <p:cNvSpPr/>
          <p:nvPr/>
        </p:nvSpPr>
        <p:spPr>
          <a:xfrm rot="19170596">
            <a:off x="8252582" y="2644952"/>
            <a:ext cx="2652355" cy="2649530"/>
          </a:xfrm>
          <a:prstGeom prst="teardrop">
            <a:avLst>
              <a:gd name="adj" fmla="val 112714"/>
            </a:avLst>
          </a:prstGeom>
          <a:noFill/>
          <a:ln w="5715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507158915">
                  <a:custGeom>
                    <a:avLst/>
                    <a:gdLst>
                      <a:gd name="csX0" fmla="*/ 137160 w 2631232"/>
                      <a:gd name="csY0" fmla="*/ 970885 h 2578678"/>
                      <a:gd name="csX1" fmla="*/ 1106928 w 2631232"/>
                      <a:gd name="csY1" fmla="*/ 1117 h 2578678"/>
                      <a:gd name="csX2" fmla="*/ 1648316 w 2631232"/>
                      <a:gd name="csY2" fmla="*/ 1117 h 2578678"/>
                      <a:gd name="csX3" fmla="*/ 2618084 w 2631232"/>
                      <a:gd name="csY3" fmla="*/ 970885 h 2578678"/>
                      <a:gd name="csX4" fmla="*/ 2618084 w 2631232"/>
                      <a:gd name="csY4" fmla="*/ 1603308 h 2578678"/>
                      <a:gd name="csX5" fmla="*/ 1648316 w 2631232"/>
                      <a:gd name="csY5" fmla="*/ 2573076 h 2578678"/>
                      <a:gd name="csX6" fmla="*/ 1106928 w 2631232"/>
                      <a:gd name="csY6" fmla="*/ 2573076 h 2578678"/>
                      <a:gd name="csX7" fmla="*/ 0 w 2631232"/>
                      <a:gd name="csY7" fmla="*/ 1877628 h 2578678"/>
                      <a:gd name="csX8" fmla="*/ 137160 w 2631232"/>
                      <a:gd name="csY8" fmla="*/ 970885 h 257867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2631232" h="2578678" extrusionOk="0">
                        <a:moveTo>
                          <a:pt x="137160" y="970885"/>
                        </a:moveTo>
                        <a:cubicBezTo>
                          <a:pt x="143391" y="603100"/>
                          <a:pt x="380363" y="-13550"/>
                          <a:pt x="1106928" y="1117"/>
                        </a:cubicBezTo>
                        <a:cubicBezTo>
                          <a:pt x="1259827" y="19382"/>
                          <a:pt x="1387504" y="22461"/>
                          <a:pt x="1648316" y="1117"/>
                        </a:cubicBezTo>
                        <a:cubicBezTo>
                          <a:pt x="2080280" y="33577"/>
                          <a:pt x="2710945" y="324611"/>
                          <a:pt x="2618084" y="970885"/>
                        </a:cubicBezTo>
                        <a:cubicBezTo>
                          <a:pt x="2603265" y="1091203"/>
                          <a:pt x="2646698" y="1364605"/>
                          <a:pt x="2618084" y="1603308"/>
                        </a:cubicBezTo>
                        <a:cubicBezTo>
                          <a:pt x="2649735" y="2211121"/>
                          <a:pt x="2299420" y="2718048"/>
                          <a:pt x="1648316" y="2573076"/>
                        </a:cubicBezTo>
                        <a:cubicBezTo>
                          <a:pt x="1444870" y="2585571"/>
                          <a:pt x="1211456" y="2592485"/>
                          <a:pt x="1106928" y="2573076"/>
                        </a:cubicBezTo>
                        <a:cubicBezTo>
                          <a:pt x="638085" y="2443745"/>
                          <a:pt x="-133963" y="2410396"/>
                          <a:pt x="0" y="1877628"/>
                        </a:cubicBezTo>
                        <a:cubicBezTo>
                          <a:pt x="13258" y="1593943"/>
                          <a:pt x="127453" y="1134778"/>
                          <a:pt x="137160" y="9708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1" name="Rectangle: Rounded Corners 310">
            <a:extLst>
              <a:ext uri="{FF2B5EF4-FFF2-40B4-BE49-F238E27FC236}">
                <a16:creationId xmlns:a16="http://schemas.microsoft.com/office/drawing/2014/main" id="{2AF311E7-0083-FDF2-26D7-CC94063C67DA}"/>
              </a:ext>
            </a:extLst>
          </p:cNvPr>
          <p:cNvSpPr/>
          <p:nvPr/>
        </p:nvSpPr>
        <p:spPr>
          <a:xfrm>
            <a:off x="9389743" y="1782807"/>
            <a:ext cx="1344415" cy="379442"/>
          </a:xfrm>
          <a:prstGeom prst="roundRect">
            <a:avLst>
              <a:gd name="adj" fmla="val 50000"/>
            </a:avLst>
          </a:prstGeom>
          <a:solidFill>
            <a:srgbClr val="333F50"/>
          </a:solidFill>
          <a:ln w="28575"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3175" tIns="3175" rIns="3175" bIns="317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>
                <a:solidFill>
                  <a:schemeClr val="bg1"/>
                </a:solidFill>
              </a:rPr>
              <a:t>Important For Teacher Access</a:t>
            </a:r>
            <a:endParaRPr lang="en-IN" sz="1000" kern="1200" dirty="0">
              <a:solidFill>
                <a:schemeClr val="bg1"/>
              </a:solidFill>
            </a:endParaRPr>
          </a:p>
        </p:txBody>
      </p:sp>
      <p:sp>
        <p:nvSpPr>
          <p:cNvPr id="339" name="Rectangle: Rounded Corners 338">
            <a:extLst>
              <a:ext uri="{FF2B5EF4-FFF2-40B4-BE49-F238E27FC236}">
                <a16:creationId xmlns:a16="http://schemas.microsoft.com/office/drawing/2014/main" id="{4E50F7C9-7A1E-FADB-DD18-31D2BDA3E85B}"/>
              </a:ext>
            </a:extLst>
          </p:cNvPr>
          <p:cNvSpPr/>
          <p:nvPr/>
        </p:nvSpPr>
        <p:spPr>
          <a:xfrm>
            <a:off x="12291276" y="635310"/>
            <a:ext cx="4170949" cy="548159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600" dirty="0">
                <a:solidFill>
                  <a:schemeClr val="bg1"/>
                </a:solidFill>
              </a:rPr>
              <a:t>📌 Login Instructions 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340" name="Rectangle: Rounded Corners 339">
            <a:extLst>
              <a:ext uri="{FF2B5EF4-FFF2-40B4-BE49-F238E27FC236}">
                <a16:creationId xmlns:a16="http://schemas.microsoft.com/office/drawing/2014/main" id="{D6D7202B-F43E-31B3-8769-DE8038B685DD}"/>
              </a:ext>
            </a:extLst>
          </p:cNvPr>
          <p:cNvSpPr/>
          <p:nvPr/>
        </p:nvSpPr>
        <p:spPr>
          <a:xfrm>
            <a:off x="12983784" y="1569848"/>
            <a:ext cx="3791772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dirty="0">
                <a:solidFill>
                  <a:schemeClr val="bg1"/>
                </a:solidFill>
              </a:rPr>
              <a:t>Open the College Portal website.</a:t>
            </a:r>
          </a:p>
        </p:txBody>
      </p:sp>
      <p:sp>
        <p:nvSpPr>
          <p:cNvPr id="341" name="Rectangle: Rounded Corners 340">
            <a:extLst>
              <a:ext uri="{FF2B5EF4-FFF2-40B4-BE49-F238E27FC236}">
                <a16:creationId xmlns:a16="http://schemas.microsoft.com/office/drawing/2014/main" id="{E4062755-6457-3601-0863-A5FD82851EEA}"/>
              </a:ext>
            </a:extLst>
          </p:cNvPr>
          <p:cNvSpPr/>
          <p:nvPr/>
        </p:nvSpPr>
        <p:spPr>
          <a:xfrm>
            <a:off x="13776264" y="2240289"/>
            <a:ext cx="3791772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dirty="0">
                <a:solidFill>
                  <a:schemeClr val="bg1"/>
                </a:solidFill>
              </a:rPr>
              <a:t>Click on the Login tab.</a:t>
            </a:r>
          </a:p>
        </p:txBody>
      </p:sp>
      <p:sp>
        <p:nvSpPr>
          <p:cNvPr id="342" name="Rectangle: Rounded Corners 341">
            <a:extLst>
              <a:ext uri="{FF2B5EF4-FFF2-40B4-BE49-F238E27FC236}">
                <a16:creationId xmlns:a16="http://schemas.microsoft.com/office/drawing/2014/main" id="{D0B47138-EC3F-B7F6-AFA6-ECBBBEB534A9}"/>
              </a:ext>
            </a:extLst>
          </p:cNvPr>
          <p:cNvSpPr/>
          <p:nvPr/>
        </p:nvSpPr>
        <p:spPr>
          <a:xfrm>
            <a:off x="14507784" y="2910729"/>
            <a:ext cx="3791772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dirty="0">
                <a:solidFill>
                  <a:schemeClr val="bg1"/>
                </a:solidFill>
              </a:rPr>
              <a:t>Enter your registered Email Address.</a:t>
            </a:r>
          </a:p>
        </p:txBody>
      </p:sp>
      <p:sp>
        <p:nvSpPr>
          <p:cNvPr id="343" name="Rectangle: Rounded Corners 342">
            <a:extLst>
              <a:ext uri="{FF2B5EF4-FFF2-40B4-BE49-F238E27FC236}">
                <a16:creationId xmlns:a16="http://schemas.microsoft.com/office/drawing/2014/main" id="{583DACDB-D21C-7B85-ED7E-494609ECCB10}"/>
              </a:ext>
            </a:extLst>
          </p:cNvPr>
          <p:cNvSpPr/>
          <p:nvPr/>
        </p:nvSpPr>
        <p:spPr>
          <a:xfrm>
            <a:off x="15239304" y="3581171"/>
            <a:ext cx="3791772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dirty="0">
                <a:solidFill>
                  <a:schemeClr val="bg1"/>
                </a:solidFill>
              </a:rPr>
              <a:t>Enter your Password.</a:t>
            </a:r>
          </a:p>
        </p:txBody>
      </p:sp>
      <p:sp>
        <p:nvSpPr>
          <p:cNvPr id="344" name="Rectangle: Rounded Corners 343">
            <a:extLst>
              <a:ext uri="{FF2B5EF4-FFF2-40B4-BE49-F238E27FC236}">
                <a16:creationId xmlns:a16="http://schemas.microsoft.com/office/drawing/2014/main" id="{BCBEA0E8-CE7A-34F8-8DB1-C73C133C11E7}"/>
              </a:ext>
            </a:extLst>
          </p:cNvPr>
          <p:cNvSpPr/>
          <p:nvPr/>
        </p:nvSpPr>
        <p:spPr>
          <a:xfrm>
            <a:off x="15970824" y="4251613"/>
            <a:ext cx="3791772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dirty="0">
                <a:solidFill>
                  <a:schemeClr val="bg1"/>
                </a:solidFill>
              </a:rPr>
              <a:t>Click on the Sign In button.</a:t>
            </a:r>
          </a:p>
        </p:txBody>
      </p:sp>
      <p:sp>
        <p:nvSpPr>
          <p:cNvPr id="345" name="Rectangle: Rounded Corners 344">
            <a:extLst>
              <a:ext uri="{FF2B5EF4-FFF2-40B4-BE49-F238E27FC236}">
                <a16:creationId xmlns:a16="http://schemas.microsoft.com/office/drawing/2014/main" id="{B0CDAE5C-1DC2-F16D-E07C-09FF526DCB98}"/>
              </a:ext>
            </a:extLst>
          </p:cNvPr>
          <p:cNvSpPr/>
          <p:nvPr/>
        </p:nvSpPr>
        <p:spPr>
          <a:xfrm>
            <a:off x="16717584" y="4922052"/>
            <a:ext cx="3791772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dirty="0">
                <a:solidFill>
                  <a:schemeClr val="bg1"/>
                </a:solidFill>
              </a:rPr>
              <a:t>If credentials are correct, you will be redirected to your dashboard (Student/Teacher).</a:t>
            </a:r>
          </a:p>
        </p:txBody>
      </p:sp>
      <p:sp>
        <p:nvSpPr>
          <p:cNvPr id="346" name="Rectangle: Rounded Corners 345">
            <a:extLst>
              <a:ext uri="{FF2B5EF4-FFF2-40B4-BE49-F238E27FC236}">
                <a16:creationId xmlns:a16="http://schemas.microsoft.com/office/drawing/2014/main" id="{FB963727-3562-1908-ED5C-943737802EA4}"/>
              </a:ext>
            </a:extLst>
          </p:cNvPr>
          <p:cNvSpPr/>
          <p:nvPr/>
        </p:nvSpPr>
        <p:spPr>
          <a:xfrm>
            <a:off x="17503356" y="5806755"/>
            <a:ext cx="4170949" cy="548159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600" dirty="0">
                <a:solidFill>
                  <a:schemeClr val="bg1"/>
                </a:solidFill>
              </a:rPr>
              <a:t>✅ Login process completed.</a:t>
            </a:r>
          </a:p>
        </p:txBody>
      </p:sp>
    </p:spTree>
    <p:extLst>
      <p:ext uri="{BB962C8B-B14F-4D97-AF65-F5344CB8AC3E}">
        <p14:creationId xmlns:p14="http://schemas.microsoft.com/office/powerpoint/2010/main" val="3755199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"/>
                            </p:stCondLst>
                            <p:childTnLst>
                              <p:par>
                                <p:cTn id="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"/>
                            </p:stCondLst>
                            <p:childTnLst>
                              <p:par>
                                <p:cTn id="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"/>
                            </p:stCondLst>
                            <p:childTnLst>
                              <p:par>
                                <p:cTn id="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00"/>
                            </p:stCondLst>
                            <p:childTnLst>
                              <p:par>
                                <p:cTn id="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50"/>
                            </p:stCondLst>
                            <p:childTnLst>
                              <p:par>
                                <p:cTn id="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900"/>
                            </p:stCondLst>
                            <p:childTnLst>
                              <p:par>
                                <p:cTn id="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950"/>
                            </p:stCondLst>
                            <p:childTnLst>
                              <p:par>
                                <p:cTn id="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50"/>
                            </p:stCondLst>
                            <p:childTnLst>
                              <p:par>
                                <p:cTn id="1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100"/>
                            </p:stCondLst>
                            <p:childTnLst>
                              <p:par>
                                <p:cTn id="1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150"/>
                            </p:stCondLst>
                            <p:childTnLst>
                              <p:par>
                                <p:cTn id="1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200"/>
                            </p:stCondLst>
                            <p:childTnLst>
                              <p:par>
                                <p:cTn id="1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250"/>
                            </p:stCondLst>
                            <p:childTnLst>
                              <p:par>
                                <p:cTn id="1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300"/>
                            </p:stCondLst>
                            <p:childTnLst>
                              <p:par>
                                <p:cTn id="1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350"/>
                            </p:stCondLst>
                            <p:childTnLst>
                              <p:par>
                                <p:cTn id="1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400"/>
                            </p:stCondLst>
                            <p:childTnLst>
                              <p:par>
                                <p:cTn id="1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450"/>
                            </p:stCondLst>
                            <p:childTnLst>
                              <p:par>
                                <p:cTn id="1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550"/>
                            </p:stCondLst>
                            <p:childTnLst>
                              <p:par>
                                <p:cTn id="16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600"/>
                            </p:stCondLst>
                            <p:childTnLst>
                              <p:par>
                                <p:cTn id="1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650"/>
                            </p:stCondLst>
                            <p:childTnLst>
                              <p:par>
                                <p:cTn id="17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700"/>
                            </p:stCondLst>
                            <p:childTnLst>
                              <p:par>
                                <p:cTn id="17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750"/>
                            </p:stCondLst>
                            <p:childTnLst>
                              <p:par>
                                <p:cTn id="18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800"/>
                            </p:stCondLst>
                            <p:childTnLst>
                              <p:par>
                                <p:cTn id="18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850"/>
                            </p:stCondLst>
                            <p:childTnLst>
                              <p:par>
                                <p:cTn id="19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900"/>
                            </p:stCondLst>
                            <p:childTnLst>
                              <p:par>
                                <p:cTn id="19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950"/>
                            </p:stCondLst>
                            <p:childTnLst>
                              <p:par>
                                <p:cTn id="20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000"/>
                            </p:stCondLst>
                            <p:childTnLst>
                              <p:par>
                                <p:cTn id="20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2050"/>
                            </p:stCondLst>
                            <p:childTnLst>
                              <p:par>
                                <p:cTn id="2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2100"/>
                            </p:stCondLst>
                            <p:childTnLst>
                              <p:par>
                                <p:cTn id="2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2150"/>
                            </p:stCondLst>
                            <p:childTnLst>
                              <p:par>
                                <p:cTn id="2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2200"/>
                            </p:stCondLst>
                            <p:childTnLst>
                              <p:par>
                                <p:cTn id="2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2250"/>
                            </p:stCondLst>
                            <p:childTnLst>
                              <p:par>
                                <p:cTn id="2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0" grpId="0" animBg="1"/>
      <p:bldP spid="81" grpId="0" animBg="1"/>
      <p:bldP spid="88" grpId="0" animBg="1"/>
      <p:bldP spid="89" grpId="0" animBg="1"/>
      <p:bldP spid="338" grpId="0" animBg="1"/>
      <p:bldP spid="3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E6675BA0-D7C6-220F-72BD-56B7AC3CF678}"/>
              </a:ext>
            </a:extLst>
          </p:cNvPr>
          <p:cNvSpPr/>
          <p:nvPr/>
        </p:nvSpPr>
        <p:spPr>
          <a:xfrm>
            <a:off x="1576214" y="3024273"/>
            <a:ext cx="4062458" cy="3342640"/>
          </a:xfrm>
          <a:prstGeom prst="roundRect">
            <a:avLst>
              <a:gd name="adj" fmla="val 8356"/>
            </a:avLst>
          </a:prstGeom>
          <a:solidFill>
            <a:srgbClr val="333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B2FF03-3068-27D4-4F8B-E3AD7BE70578}"/>
              </a:ext>
            </a:extLst>
          </p:cNvPr>
          <p:cNvSpPr txBox="1"/>
          <p:nvPr/>
        </p:nvSpPr>
        <p:spPr>
          <a:xfrm>
            <a:off x="2027220" y="1193338"/>
            <a:ext cx="3160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Franklin Gothic Heavy" panose="020B0903020102020204" pitchFamily="34" charset="0"/>
              </a:rPr>
              <a:t>COLLEGE</a:t>
            </a:r>
            <a:r>
              <a:rPr lang="en-US" sz="2800" b="1" dirty="0">
                <a:solidFill>
                  <a:srgbClr val="00B0F0"/>
                </a:solidFill>
                <a:latin typeface="Franklin Gothic Heavy" panose="020B0903020102020204" pitchFamily="34" charset="0"/>
              </a:rPr>
              <a:t>PORTAL</a:t>
            </a:r>
            <a:endParaRPr lang="en-IN" sz="4000" b="1" dirty="0">
              <a:solidFill>
                <a:srgbClr val="00B0F0"/>
              </a:solidFill>
              <a:latin typeface="Franklin Gothic Heavy" panose="020B09030201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5BEC049-2C98-18BD-FD4A-AADB3CB8719D}"/>
              </a:ext>
            </a:extLst>
          </p:cNvPr>
          <p:cNvGrpSpPr/>
          <p:nvPr/>
        </p:nvGrpSpPr>
        <p:grpSpPr>
          <a:xfrm>
            <a:off x="3229592" y="323189"/>
            <a:ext cx="755703" cy="755703"/>
            <a:chOff x="6096000" y="2045115"/>
            <a:chExt cx="914400" cy="914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AA19BBE-8A3E-4DDD-722F-F29BDAA89487}"/>
                </a:ext>
              </a:extLst>
            </p:cNvPr>
            <p:cNvSpPr/>
            <p:nvPr/>
          </p:nvSpPr>
          <p:spPr>
            <a:xfrm>
              <a:off x="6096000" y="2095128"/>
              <a:ext cx="914400" cy="846385"/>
            </a:xfrm>
            <a:prstGeom prst="roundRect">
              <a:avLst>
                <a:gd name="adj" fmla="val 1996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/>
            </a:p>
          </p:txBody>
        </p:sp>
        <p:pic>
          <p:nvPicPr>
            <p:cNvPr id="6" name="Graphic 5" descr="Graduation cap with solid fill">
              <a:extLst>
                <a:ext uri="{FF2B5EF4-FFF2-40B4-BE49-F238E27FC236}">
                  <a16:creationId xmlns:a16="http://schemas.microsoft.com/office/drawing/2014/main" id="{46C86022-0405-0886-5F04-56AC2EDF3C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096000" y="2045115"/>
              <a:ext cx="914400" cy="91440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64082F2-280A-A4D9-5AAB-EFF0294B6F2F}"/>
              </a:ext>
            </a:extLst>
          </p:cNvPr>
          <p:cNvSpPr txBox="1"/>
          <p:nvPr/>
        </p:nvSpPr>
        <p:spPr>
          <a:xfrm rot="10800000" flipV="1">
            <a:off x="2035665" y="1597189"/>
            <a:ext cx="3143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Your Gateway To Academic Excellence</a:t>
            </a:r>
            <a:endParaRPr lang="en-IN" sz="1400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A1DBB9F-8BF1-45DA-CF14-9158E4973A31}"/>
              </a:ext>
            </a:extLst>
          </p:cNvPr>
          <p:cNvGrpSpPr/>
          <p:nvPr/>
        </p:nvGrpSpPr>
        <p:grpSpPr>
          <a:xfrm>
            <a:off x="1576214" y="2137856"/>
            <a:ext cx="4062458" cy="545254"/>
            <a:chOff x="4249428" y="2431988"/>
            <a:chExt cx="3693144" cy="54525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9845AC4-634C-318C-DC83-CC3C64B4B442}"/>
                </a:ext>
              </a:extLst>
            </p:cNvPr>
            <p:cNvSpPr/>
            <p:nvPr/>
          </p:nvSpPr>
          <p:spPr>
            <a:xfrm>
              <a:off x="4249428" y="2431988"/>
              <a:ext cx="3693144" cy="545254"/>
            </a:xfrm>
            <a:prstGeom prst="roundRect">
              <a:avLst>
                <a:gd name="adj" fmla="val 30703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69272BB-BA1A-57CE-FE67-9668367D108D}"/>
                </a:ext>
              </a:extLst>
            </p:cNvPr>
            <p:cNvSpPr/>
            <p:nvPr/>
          </p:nvSpPr>
          <p:spPr>
            <a:xfrm>
              <a:off x="4321471" y="2518408"/>
              <a:ext cx="1722881" cy="372415"/>
            </a:xfrm>
            <a:prstGeom prst="roundRect">
              <a:avLst>
                <a:gd name="adj" fmla="val 30703"/>
              </a:avLst>
            </a:prstGeom>
            <a:solidFill>
              <a:srgbClr val="2F8F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Rounded MT Bold" panose="020F0704030504030204" pitchFamily="34" charset="0"/>
                </a:rPr>
                <a:t>Login</a:t>
              </a:r>
              <a:endParaRPr lang="en-IN" sz="14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D370645-2389-09E0-9157-B8DA85E3C93A}"/>
                </a:ext>
              </a:extLst>
            </p:cNvPr>
            <p:cNvSpPr/>
            <p:nvPr/>
          </p:nvSpPr>
          <p:spPr>
            <a:xfrm>
              <a:off x="6258702" y="2513072"/>
              <a:ext cx="1566254" cy="372415"/>
            </a:xfrm>
            <a:prstGeom prst="roundRect">
              <a:avLst>
                <a:gd name="adj" fmla="val 30703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 Rounded MT Bold" panose="020F0704030504030204" pitchFamily="34" charset="0"/>
                </a:rPr>
                <a:t>Register</a:t>
              </a:r>
              <a:endParaRPr lang="en-IN" sz="1400" dirty="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4DC9F8D-A140-BCDA-70D6-6CAA2B2DD884}"/>
              </a:ext>
            </a:extLst>
          </p:cNvPr>
          <p:cNvSpPr/>
          <p:nvPr/>
        </p:nvSpPr>
        <p:spPr>
          <a:xfrm>
            <a:off x="1928740" y="3314496"/>
            <a:ext cx="3357404" cy="320492"/>
          </a:xfrm>
          <a:prstGeom prst="roundRect">
            <a:avLst>
              <a:gd name="adj" fmla="val 2796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Email Address</a:t>
            </a:r>
            <a:endParaRPr lang="en-IN" sz="14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CD53940-B271-B2DC-54AA-5AB04008814B}"/>
              </a:ext>
            </a:extLst>
          </p:cNvPr>
          <p:cNvGrpSpPr/>
          <p:nvPr/>
        </p:nvGrpSpPr>
        <p:grpSpPr>
          <a:xfrm>
            <a:off x="1893935" y="3620358"/>
            <a:ext cx="3357404" cy="516156"/>
            <a:chOff x="4382492" y="3590206"/>
            <a:chExt cx="3357404" cy="516156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DCE0B30-AD94-E972-2187-D212B65F399A}"/>
                </a:ext>
              </a:extLst>
            </p:cNvPr>
            <p:cNvSpPr/>
            <p:nvPr/>
          </p:nvSpPr>
          <p:spPr>
            <a:xfrm>
              <a:off x="4382492" y="3590206"/>
              <a:ext cx="3357404" cy="516156"/>
            </a:xfrm>
            <a:prstGeom prst="roundRect">
              <a:avLst>
                <a:gd name="adj" fmla="val 27960"/>
              </a:avLst>
            </a:prstGeom>
            <a:solidFill>
              <a:srgbClr val="425166"/>
            </a:solidFill>
            <a:ln w="31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D5AC46-0A76-4ACA-2E24-E057F6DD741F}"/>
                </a:ext>
              </a:extLst>
            </p:cNvPr>
            <p:cNvSpPr/>
            <p:nvPr/>
          </p:nvSpPr>
          <p:spPr>
            <a:xfrm>
              <a:off x="4540097" y="3767989"/>
              <a:ext cx="218986" cy="160590"/>
            </a:xfrm>
            <a:custGeom>
              <a:avLst/>
              <a:gdLst>
                <a:gd name="csX0" fmla="*/ 270016 w 756000"/>
                <a:gd name="csY0" fmla="*/ 277874 h 504000"/>
                <a:gd name="csX1" fmla="*/ 84279 w 756000"/>
                <a:gd name="csY1" fmla="*/ 463611 h 504000"/>
                <a:gd name="csX2" fmla="*/ 677686 w 756000"/>
                <a:gd name="csY2" fmla="*/ 463611 h 504000"/>
                <a:gd name="csX3" fmla="*/ 492901 w 756000"/>
                <a:gd name="csY3" fmla="*/ 277874 h 504000"/>
                <a:gd name="csX4" fmla="*/ 421464 w 756000"/>
                <a:gd name="csY4" fmla="*/ 347406 h 504000"/>
                <a:gd name="csX5" fmla="*/ 381459 w 756000"/>
                <a:gd name="csY5" fmla="*/ 363599 h 504000"/>
                <a:gd name="csX6" fmla="*/ 341454 w 756000"/>
                <a:gd name="csY6" fmla="*/ 347406 h 504000"/>
                <a:gd name="csX7" fmla="*/ 704356 w 756000"/>
                <a:gd name="csY7" fmla="*/ 70229 h 504000"/>
                <a:gd name="csX8" fmla="*/ 518619 w 756000"/>
                <a:gd name="csY8" fmla="*/ 251204 h 504000"/>
                <a:gd name="csX9" fmla="*/ 704356 w 756000"/>
                <a:gd name="csY9" fmla="*/ 436941 h 504000"/>
                <a:gd name="csX10" fmla="*/ 56656 w 756000"/>
                <a:gd name="csY10" fmla="*/ 69276 h 504000"/>
                <a:gd name="csX11" fmla="*/ 56656 w 756000"/>
                <a:gd name="csY11" fmla="*/ 437894 h 504000"/>
                <a:gd name="csX12" fmla="*/ 242394 w 756000"/>
                <a:gd name="csY12" fmla="*/ 251204 h 504000"/>
                <a:gd name="csX13" fmla="*/ 85231 w 756000"/>
                <a:gd name="csY13" fmla="*/ 44511 h 504000"/>
                <a:gd name="csX14" fmla="*/ 367171 w 756000"/>
                <a:gd name="csY14" fmla="*/ 319784 h 504000"/>
                <a:gd name="csX15" fmla="*/ 393841 w 756000"/>
                <a:gd name="csY15" fmla="*/ 319784 h 504000"/>
                <a:gd name="csX16" fmla="*/ 676734 w 756000"/>
                <a:gd name="csY16" fmla="*/ 44511 h 504000"/>
                <a:gd name="csX17" fmla="*/ 84002 w 756000"/>
                <a:gd name="csY17" fmla="*/ 0 h 504000"/>
                <a:gd name="csX18" fmla="*/ 671998 w 756000"/>
                <a:gd name="csY18" fmla="*/ 0 h 504000"/>
                <a:gd name="csX19" fmla="*/ 756000 w 756000"/>
                <a:gd name="csY19" fmla="*/ 84002 h 504000"/>
                <a:gd name="csX20" fmla="*/ 756000 w 756000"/>
                <a:gd name="csY20" fmla="*/ 419998 h 504000"/>
                <a:gd name="csX21" fmla="*/ 671998 w 756000"/>
                <a:gd name="csY21" fmla="*/ 504000 h 504000"/>
                <a:gd name="csX22" fmla="*/ 84002 w 756000"/>
                <a:gd name="csY22" fmla="*/ 504000 h 504000"/>
                <a:gd name="csX23" fmla="*/ 0 w 756000"/>
                <a:gd name="csY23" fmla="*/ 419998 h 504000"/>
                <a:gd name="csX24" fmla="*/ 0 w 756000"/>
                <a:gd name="csY24" fmla="*/ 84002 h 504000"/>
                <a:gd name="csX25" fmla="*/ 84002 w 756000"/>
                <a:gd name="csY25" fmla="*/ 0 h 504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756000" h="504000">
                  <a:moveTo>
                    <a:pt x="270016" y="277874"/>
                  </a:moveTo>
                  <a:lnTo>
                    <a:pt x="84279" y="463611"/>
                  </a:lnTo>
                  <a:lnTo>
                    <a:pt x="677686" y="463611"/>
                  </a:lnTo>
                  <a:lnTo>
                    <a:pt x="492901" y="277874"/>
                  </a:lnTo>
                  <a:lnTo>
                    <a:pt x="421464" y="347406"/>
                  </a:lnTo>
                  <a:cubicBezTo>
                    <a:pt x="410034" y="357884"/>
                    <a:pt x="395746" y="363599"/>
                    <a:pt x="381459" y="363599"/>
                  </a:cubicBezTo>
                  <a:cubicBezTo>
                    <a:pt x="367171" y="363599"/>
                    <a:pt x="352884" y="357884"/>
                    <a:pt x="341454" y="347406"/>
                  </a:cubicBezTo>
                  <a:close/>
                  <a:moveTo>
                    <a:pt x="704356" y="70229"/>
                  </a:moveTo>
                  <a:lnTo>
                    <a:pt x="518619" y="251204"/>
                  </a:lnTo>
                  <a:lnTo>
                    <a:pt x="704356" y="436941"/>
                  </a:lnTo>
                  <a:close/>
                  <a:moveTo>
                    <a:pt x="56656" y="69276"/>
                  </a:moveTo>
                  <a:lnTo>
                    <a:pt x="56656" y="437894"/>
                  </a:lnTo>
                  <a:lnTo>
                    <a:pt x="242394" y="251204"/>
                  </a:lnTo>
                  <a:close/>
                  <a:moveTo>
                    <a:pt x="85231" y="44511"/>
                  </a:moveTo>
                  <a:lnTo>
                    <a:pt x="367171" y="319784"/>
                  </a:lnTo>
                  <a:cubicBezTo>
                    <a:pt x="374791" y="327404"/>
                    <a:pt x="386221" y="327404"/>
                    <a:pt x="393841" y="319784"/>
                  </a:cubicBezTo>
                  <a:lnTo>
                    <a:pt x="676734" y="44511"/>
                  </a:lnTo>
                  <a:close/>
                  <a:moveTo>
                    <a:pt x="84002" y="0"/>
                  </a:moveTo>
                  <a:lnTo>
                    <a:pt x="671998" y="0"/>
                  </a:lnTo>
                  <a:cubicBezTo>
                    <a:pt x="718391" y="0"/>
                    <a:pt x="756000" y="37609"/>
                    <a:pt x="756000" y="84002"/>
                  </a:cubicBezTo>
                  <a:lnTo>
                    <a:pt x="756000" y="419998"/>
                  </a:lnTo>
                  <a:cubicBezTo>
                    <a:pt x="756000" y="466391"/>
                    <a:pt x="718391" y="504000"/>
                    <a:pt x="671998" y="504000"/>
                  </a:cubicBezTo>
                  <a:lnTo>
                    <a:pt x="84002" y="504000"/>
                  </a:lnTo>
                  <a:cubicBezTo>
                    <a:pt x="37609" y="504000"/>
                    <a:pt x="0" y="466391"/>
                    <a:pt x="0" y="419998"/>
                  </a:cubicBezTo>
                  <a:lnTo>
                    <a:pt x="0" y="84002"/>
                  </a:lnTo>
                  <a:cubicBezTo>
                    <a:pt x="0" y="37609"/>
                    <a:pt x="37609" y="0"/>
                    <a:pt x="8400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1DB3DD3-1C51-9ACD-624A-35AF09683AF0}"/>
                </a:ext>
              </a:extLst>
            </p:cNvPr>
            <p:cNvSpPr txBox="1"/>
            <p:nvPr/>
          </p:nvSpPr>
          <p:spPr>
            <a:xfrm>
              <a:off x="4759083" y="3691652"/>
              <a:ext cx="1739263" cy="313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chemeClr val="bg1">
                      <a:lumMod val="65000"/>
                    </a:schemeClr>
                  </a:solidFill>
                </a:rPr>
                <a:t>name@college.edu</a:t>
              </a:r>
            </a:p>
          </p:txBody>
        </p:sp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141C9DC-A956-28B4-897D-D1DC5C0A9DE9}"/>
              </a:ext>
            </a:extLst>
          </p:cNvPr>
          <p:cNvSpPr/>
          <p:nvPr/>
        </p:nvSpPr>
        <p:spPr>
          <a:xfrm>
            <a:off x="1928740" y="4386494"/>
            <a:ext cx="3357404" cy="320492"/>
          </a:xfrm>
          <a:prstGeom prst="roundRect">
            <a:avLst>
              <a:gd name="adj" fmla="val 2796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Password</a:t>
            </a:r>
            <a:endParaRPr lang="en-IN" sz="14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9C5D556-1E49-75F3-3DC3-9B65667988DE}"/>
              </a:ext>
            </a:extLst>
          </p:cNvPr>
          <p:cNvGrpSpPr/>
          <p:nvPr/>
        </p:nvGrpSpPr>
        <p:grpSpPr>
          <a:xfrm>
            <a:off x="1928740" y="4706986"/>
            <a:ext cx="3357404" cy="516156"/>
            <a:chOff x="4417297" y="4760326"/>
            <a:chExt cx="3357404" cy="516156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EB1896B0-93F9-3A2A-1F15-38D660D62F09}"/>
                </a:ext>
              </a:extLst>
            </p:cNvPr>
            <p:cNvSpPr/>
            <p:nvPr/>
          </p:nvSpPr>
          <p:spPr>
            <a:xfrm>
              <a:off x="4417297" y="4760326"/>
              <a:ext cx="3357404" cy="516156"/>
            </a:xfrm>
            <a:prstGeom prst="roundRect">
              <a:avLst>
                <a:gd name="adj" fmla="val 27960"/>
              </a:avLst>
            </a:prstGeom>
            <a:solidFill>
              <a:srgbClr val="425166"/>
            </a:solidFill>
            <a:ln w="31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/>
            </a:p>
          </p:txBody>
        </p:sp>
        <p:sp>
          <p:nvSpPr>
            <p:cNvPr id="27" name="Graphic 20" descr="Lock with solid fill">
              <a:extLst>
                <a:ext uri="{FF2B5EF4-FFF2-40B4-BE49-F238E27FC236}">
                  <a16:creationId xmlns:a16="http://schemas.microsoft.com/office/drawing/2014/main" id="{1A1FCFB3-5717-29EA-73B2-4201AF306068}"/>
                </a:ext>
              </a:extLst>
            </p:cNvPr>
            <p:cNvSpPr/>
            <p:nvPr/>
          </p:nvSpPr>
          <p:spPr>
            <a:xfrm>
              <a:off x="4580758" y="4896551"/>
              <a:ext cx="186954" cy="243707"/>
            </a:xfrm>
            <a:custGeom>
              <a:avLst/>
              <a:gdLst>
                <a:gd name="csX0" fmla="*/ 285750 w 533400"/>
                <a:gd name="csY0" fmla="*/ 549593 h 695325"/>
                <a:gd name="csX1" fmla="*/ 285750 w 533400"/>
                <a:gd name="csY1" fmla="*/ 600075 h 695325"/>
                <a:gd name="csX2" fmla="*/ 247650 w 533400"/>
                <a:gd name="csY2" fmla="*/ 600075 h 695325"/>
                <a:gd name="csX3" fmla="*/ 247650 w 533400"/>
                <a:gd name="csY3" fmla="*/ 549593 h 695325"/>
                <a:gd name="csX4" fmla="*/ 209550 w 533400"/>
                <a:gd name="csY4" fmla="*/ 495300 h 695325"/>
                <a:gd name="csX5" fmla="*/ 266700 w 533400"/>
                <a:gd name="csY5" fmla="*/ 438150 h 695325"/>
                <a:gd name="csX6" fmla="*/ 323850 w 533400"/>
                <a:gd name="csY6" fmla="*/ 495300 h 695325"/>
                <a:gd name="csX7" fmla="*/ 285750 w 533400"/>
                <a:gd name="csY7" fmla="*/ 549593 h 695325"/>
                <a:gd name="csX8" fmla="*/ 123825 w 533400"/>
                <a:gd name="csY8" fmla="*/ 200025 h 695325"/>
                <a:gd name="csX9" fmla="*/ 266700 w 533400"/>
                <a:gd name="csY9" fmla="*/ 57150 h 695325"/>
                <a:gd name="csX10" fmla="*/ 409575 w 533400"/>
                <a:gd name="csY10" fmla="*/ 200025 h 695325"/>
                <a:gd name="csX11" fmla="*/ 409575 w 533400"/>
                <a:gd name="csY11" fmla="*/ 305753 h 695325"/>
                <a:gd name="csX12" fmla="*/ 266700 w 533400"/>
                <a:gd name="csY12" fmla="*/ 295275 h 695325"/>
                <a:gd name="csX13" fmla="*/ 123825 w 533400"/>
                <a:gd name="csY13" fmla="*/ 305753 h 695325"/>
                <a:gd name="csX14" fmla="*/ 123825 w 533400"/>
                <a:gd name="csY14" fmla="*/ 200025 h 695325"/>
                <a:gd name="csX15" fmla="*/ 466725 w 533400"/>
                <a:gd name="csY15" fmla="*/ 309563 h 695325"/>
                <a:gd name="csX16" fmla="*/ 466725 w 533400"/>
                <a:gd name="csY16" fmla="*/ 200025 h 695325"/>
                <a:gd name="csX17" fmla="*/ 266700 w 533400"/>
                <a:gd name="csY17" fmla="*/ 0 h 695325"/>
                <a:gd name="csX18" fmla="*/ 66675 w 533400"/>
                <a:gd name="csY18" fmla="*/ 200025 h 695325"/>
                <a:gd name="csX19" fmla="*/ 66675 w 533400"/>
                <a:gd name="csY19" fmla="*/ 309563 h 695325"/>
                <a:gd name="csX20" fmla="*/ 0 w 533400"/>
                <a:gd name="csY20" fmla="*/ 314325 h 695325"/>
                <a:gd name="csX21" fmla="*/ 0 w 533400"/>
                <a:gd name="csY21" fmla="*/ 676275 h 695325"/>
                <a:gd name="csX22" fmla="*/ 266700 w 533400"/>
                <a:gd name="csY22" fmla="*/ 695325 h 695325"/>
                <a:gd name="csX23" fmla="*/ 533400 w 533400"/>
                <a:gd name="csY23" fmla="*/ 676275 h 695325"/>
                <a:gd name="csX24" fmla="*/ 533400 w 533400"/>
                <a:gd name="csY24" fmla="*/ 314325 h 695325"/>
                <a:gd name="csX25" fmla="*/ 466725 w 533400"/>
                <a:gd name="csY25" fmla="*/ 309563 h 695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533400" h="695325">
                  <a:moveTo>
                    <a:pt x="285750" y="549593"/>
                  </a:moveTo>
                  <a:lnTo>
                    <a:pt x="285750" y="600075"/>
                  </a:lnTo>
                  <a:lnTo>
                    <a:pt x="247650" y="600075"/>
                  </a:lnTo>
                  <a:lnTo>
                    <a:pt x="247650" y="549593"/>
                  </a:lnTo>
                  <a:cubicBezTo>
                    <a:pt x="225743" y="541973"/>
                    <a:pt x="209550" y="521017"/>
                    <a:pt x="209550" y="495300"/>
                  </a:cubicBezTo>
                  <a:cubicBezTo>
                    <a:pt x="209550" y="463868"/>
                    <a:pt x="235268" y="438150"/>
                    <a:pt x="266700" y="438150"/>
                  </a:cubicBezTo>
                  <a:cubicBezTo>
                    <a:pt x="298133" y="438150"/>
                    <a:pt x="323850" y="463868"/>
                    <a:pt x="323850" y="495300"/>
                  </a:cubicBezTo>
                  <a:cubicBezTo>
                    <a:pt x="323850" y="520065"/>
                    <a:pt x="307658" y="541020"/>
                    <a:pt x="285750" y="549593"/>
                  </a:cubicBezTo>
                  <a:close/>
                  <a:moveTo>
                    <a:pt x="123825" y="200025"/>
                  </a:moveTo>
                  <a:cubicBezTo>
                    <a:pt x="123825" y="120968"/>
                    <a:pt x="187643" y="57150"/>
                    <a:pt x="266700" y="57150"/>
                  </a:cubicBezTo>
                  <a:cubicBezTo>
                    <a:pt x="345758" y="57150"/>
                    <a:pt x="409575" y="120968"/>
                    <a:pt x="409575" y="200025"/>
                  </a:cubicBezTo>
                  <a:lnTo>
                    <a:pt x="409575" y="305753"/>
                  </a:lnTo>
                  <a:lnTo>
                    <a:pt x="266700" y="295275"/>
                  </a:lnTo>
                  <a:lnTo>
                    <a:pt x="123825" y="305753"/>
                  </a:lnTo>
                  <a:lnTo>
                    <a:pt x="123825" y="200025"/>
                  </a:lnTo>
                  <a:close/>
                  <a:moveTo>
                    <a:pt x="466725" y="309563"/>
                  </a:moveTo>
                  <a:lnTo>
                    <a:pt x="466725" y="200025"/>
                  </a:lnTo>
                  <a:cubicBezTo>
                    <a:pt x="466725" y="89535"/>
                    <a:pt x="377190" y="0"/>
                    <a:pt x="266700" y="0"/>
                  </a:cubicBezTo>
                  <a:cubicBezTo>
                    <a:pt x="156210" y="0"/>
                    <a:pt x="66675" y="89535"/>
                    <a:pt x="66675" y="200025"/>
                  </a:cubicBezTo>
                  <a:lnTo>
                    <a:pt x="66675" y="309563"/>
                  </a:lnTo>
                  <a:lnTo>
                    <a:pt x="0" y="314325"/>
                  </a:lnTo>
                  <a:lnTo>
                    <a:pt x="0" y="676275"/>
                  </a:lnTo>
                  <a:lnTo>
                    <a:pt x="266700" y="695325"/>
                  </a:lnTo>
                  <a:lnTo>
                    <a:pt x="533400" y="676275"/>
                  </a:lnTo>
                  <a:lnTo>
                    <a:pt x="533400" y="314325"/>
                  </a:lnTo>
                  <a:lnTo>
                    <a:pt x="466725" y="30956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36" name="Flowchart: Connector 35">
              <a:extLst>
                <a:ext uri="{FF2B5EF4-FFF2-40B4-BE49-F238E27FC236}">
                  <a16:creationId xmlns:a16="http://schemas.microsoft.com/office/drawing/2014/main" id="{CD9640F5-56E6-7BB2-AEFA-B0CE0650AF4F}"/>
                </a:ext>
              </a:extLst>
            </p:cNvPr>
            <p:cNvSpPr/>
            <p:nvPr/>
          </p:nvSpPr>
          <p:spPr>
            <a:xfrm>
              <a:off x="4887119" y="4977288"/>
              <a:ext cx="82232" cy="82232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E6DD3A4A-6C1C-C5DA-A32A-3F5D974DE9F4}"/>
                </a:ext>
              </a:extLst>
            </p:cNvPr>
            <p:cNvSpPr/>
            <p:nvPr/>
          </p:nvSpPr>
          <p:spPr>
            <a:xfrm>
              <a:off x="5039519" y="4977288"/>
              <a:ext cx="82232" cy="82232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8" name="Flowchart: Connector 37">
              <a:extLst>
                <a:ext uri="{FF2B5EF4-FFF2-40B4-BE49-F238E27FC236}">
                  <a16:creationId xmlns:a16="http://schemas.microsoft.com/office/drawing/2014/main" id="{EEF07378-D4D4-E84F-2DF5-FA5341A80471}"/>
                </a:ext>
              </a:extLst>
            </p:cNvPr>
            <p:cNvSpPr/>
            <p:nvPr/>
          </p:nvSpPr>
          <p:spPr>
            <a:xfrm>
              <a:off x="5191919" y="4977288"/>
              <a:ext cx="82232" cy="82232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9" name="Flowchart: Connector 38">
              <a:extLst>
                <a:ext uri="{FF2B5EF4-FFF2-40B4-BE49-F238E27FC236}">
                  <a16:creationId xmlns:a16="http://schemas.microsoft.com/office/drawing/2014/main" id="{C8ADD1B6-EFAC-A94A-CCEE-16F34060FB54}"/>
                </a:ext>
              </a:extLst>
            </p:cNvPr>
            <p:cNvSpPr/>
            <p:nvPr/>
          </p:nvSpPr>
          <p:spPr>
            <a:xfrm>
              <a:off x="5344319" y="4977288"/>
              <a:ext cx="82232" cy="82232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0" name="Flowchart: Connector 39">
              <a:extLst>
                <a:ext uri="{FF2B5EF4-FFF2-40B4-BE49-F238E27FC236}">
                  <a16:creationId xmlns:a16="http://schemas.microsoft.com/office/drawing/2014/main" id="{252AF4A2-C75C-AAA8-E57B-589AD4BB64FE}"/>
                </a:ext>
              </a:extLst>
            </p:cNvPr>
            <p:cNvSpPr/>
            <p:nvPr/>
          </p:nvSpPr>
          <p:spPr>
            <a:xfrm>
              <a:off x="5496719" y="4977288"/>
              <a:ext cx="82232" cy="82232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1" name="Flowchart: Connector 40">
              <a:extLst>
                <a:ext uri="{FF2B5EF4-FFF2-40B4-BE49-F238E27FC236}">
                  <a16:creationId xmlns:a16="http://schemas.microsoft.com/office/drawing/2014/main" id="{DD8169BD-6F75-D821-7886-6166FD9D3C13}"/>
                </a:ext>
              </a:extLst>
            </p:cNvPr>
            <p:cNvSpPr/>
            <p:nvPr/>
          </p:nvSpPr>
          <p:spPr>
            <a:xfrm>
              <a:off x="5649119" y="4977288"/>
              <a:ext cx="82232" cy="82232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Flowchart: Connector 41">
              <a:extLst>
                <a:ext uri="{FF2B5EF4-FFF2-40B4-BE49-F238E27FC236}">
                  <a16:creationId xmlns:a16="http://schemas.microsoft.com/office/drawing/2014/main" id="{2D44F744-918C-21CF-7626-EA7A76B68D4B}"/>
                </a:ext>
              </a:extLst>
            </p:cNvPr>
            <p:cNvSpPr/>
            <p:nvPr/>
          </p:nvSpPr>
          <p:spPr>
            <a:xfrm>
              <a:off x="5801519" y="4977288"/>
              <a:ext cx="82232" cy="82232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3" name="Flowchart: Connector 42">
              <a:extLst>
                <a:ext uri="{FF2B5EF4-FFF2-40B4-BE49-F238E27FC236}">
                  <a16:creationId xmlns:a16="http://schemas.microsoft.com/office/drawing/2014/main" id="{7EF05BB0-0AF0-F83C-73F0-EAB7F6320DF9}"/>
                </a:ext>
              </a:extLst>
            </p:cNvPr>
            <p:cNvSpPr/>
            <p:nvPr/>
          </p:nvSpPr>
          <p:spPr>
            <a:xfrm>
              <a:off x="5953919" y="4977288"/>
              <a:ext cx="82232" cy="82232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19D180F-C62D-7A98-20CF-FC081F94DCD5}"/>
              </a:ext>
            </a:extLst>
          </p:cNvPr>
          <p:cNvSpPr/>
          <p:nvPr/>
        </p:nvSpPr>
        <p:spPr>
          <a:xfrm>
            <a:off x="1928740" y="5440104"/>
            <a:ext cx="3357404" cy="516156"/>
          </a:xfrm>
          <a:prstGeom prst="roundRect">
            <a:avLst>
              <a:gd name="adj" fmla="val 27960"/>
            </a:avLst>
          </a:prstGeom>
          <a:gradFill flip="none" rotWithShape="1">
            <a:gsLst>
              <a:gs pos="100000">
                <a:srgbClr val="8631C5"/>
              </a:gs>
              <a:gs pos="41000">
                <a:srgbClr val="2F8FF9"/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Sign in</a:t>
            </a:r>
            <a:endParaRPr lang="en-IN" sz="1400" dirty="0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C0A115DC-350E-87A5-912F-135EE4E75BF0}"/>
              </a:ext>
            </a:extLst>
          </p:cNvPr>
          <p:cNvSpPr/>
          <p:nvPr/>
        </p:nvSpPr>
        <p:spPr>
          <a:xfrm>
            <a:off x="3898393" y="5679953"/>
            <a:ext cx="181371" cy="66937"/>
          </a:xfrm>
          <a:prstGeom prst="rightArrow">
            <a:avLst>
              <a:gd name="adj1" fmla="val 21541"/>
              <a:gd name="adj2" fmla="val 13253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A874051-4C37-5FD1-3FC1-BA29A95AC714}"/>
              </a:ext>
            </a:extLst>
          </p:cNvPr>
          <p:cNvSpPr/>
          <p:nvPr/>
        </p:nvSpPr>
        <p:spPr>
          <a:xfrm>
            <a:off x="4212918" y="8914384"/>
            <a:ext cx="4320000" cy="4366779"/>
          </a:xfrm>
          <a:prstGeom prst="roundRect">
            <a:avLst>
              <a:gd name="adj" fmla="val 7741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BE89AC-3A12-1376-C1F0-C7E5F4B8A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30761"/>
              </p:ext>
            </p:extLst>
          </p:nvPr>
        </p:nvGraphicFramePr>
        <p:xfrm>
          <a:off x="4495657" y="9415531"/>
          <a:ext cx="3777672" cy="3798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872">
                  <a:extLst>
                    <a:ext uri="{9D8B030D-6E8A-4147-A177-3AD203B41FA5}">
                      <a16:colId xmlns:a16="http://schemas.microsoft.com/office/drawing/2014/main" val="3727458928"/>
                    </a:ext>
                  </a:extLst>
                </a:gridCol>
                <a:gridCol w="945600">
                  <a:extLst>
                    <a:ext uri="{9D8B030D-6E8A-4147-A177-3AD203B41FA5}">
                      <a16:colId xmlns:a16="http://schemas.microsoft.com/office/drawing/2014/main" val="2011752488"/>
                    </a:ext>
                  </a:extLst>
                </a:gridCol>
                <a:gridCol w="945600">
                  <a:extLst>
                    <a:ext uri="{9D8B030D-6E8A-4147-A177-3AD203B41FA5}">
                      <a16:colId xmlns:a16="http://schemas.microsoft.com/office/drawing/2014/main" val="400632315"/>
                    </a:ext>
                  </a:extLst>
                </a:gridCol>
                <a:gridCol w="945600">
                  <a:extLst>
                    <a:ext uri="{9D8B030D-6E8A-4147-A177-3AD203B41FA5}">
                      <a16:colId xmlns:a16="http://schemas.microsoft.com/office/drawing/2014/main" val="4152835415"/>
                    </a:ext>
                  </a:extLst>
                </a:gridCol>
              </a:tblGrid>
              <a:tr h="487466">
                <a:tc gridSpan="2">
                  <a:txBody>
                    <a:bodyPr/>
                    <a:lstStyle/>
                    <a:p>
                      <a:endParaRPr lang="en-US" sz="1200" dirty="0"/>
                    </a:p>
                    <a:p>
                      <a:r>
                        <a:rPr lang="en-US" sz="1200" dirty="0"/>
                        <a:t>Title</a:t>
                      </a:r>
                      <a:endParaRPr lang="en-IN" sz="1200" dirty="0"/>
                    </a:p>
                  </a:txBody>
                  <a:tcPr marL="83127" marR="83127" marT="55321" marB="553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83127" marR="83127" marT="60853" marB="60853"/>
                </a:tc>
                <a:tc gridSpan="2">
                  <a:txBody>
                    <a:bodyPr/>
                    <a:lstStyle/>
                    <a:p>
                      <a:endParaRPr lang="en-US" sz="1200" dirty="0"/>
                    </a:p>
                    <a:p>
                      <a:r>
                        <a:rPr lang="en-US" sz="1200" dirty="0"/>
                        <a:t>Subject</a:t>
                      </a:r>
                      <a:endParaRPr lang="en-IN" sz="1200" dirty="0"/>
                    </a:p>
                  </a:txBody>
                  <a:tcPr marL="83127" marR="83127" marT="55321" marB="553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83127" marR="83127" marT="60853" marB="60853"/>
                </a:tc>
                <a:extLst>
                  <a:ext uri="{0D108BD9-81ED-4DB2-BD59-A6C34878D82A}">
                    <a16:rowId xmlns:a16="http://schemas.microsoft.com/office/drawing/2014/main" val="1874177902"/>
                  </a:ext>
                </a:extLst>
              </a:tr>
              <a:tr h="470555">
                <a:tc gridSpan="2">
                  <a:txBody>
                    <a:bodyPr/>
                    <a:lstStyle/>
                    <a:p>
                      <a:endParaRPr lang="en-IN" sz="1200" dirty="0"/>
                    </a:p>
                  </a:txBody>
                  <a:tcPr marL="83127" marR="83127" marT="55321" marB="553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83127" marR="83127" marT="60853" marB="60853"/>
                </a:tc>
                <a:tc gridSpan="2">
                  <a:txBody>
                    <a:bodyPr/>
                    <a:lstStyle/>
                    <a:p>
                      <a:endParaRPr lang="en-IN" sz="1200" dirty="0"/>
                    </a:p>
                  </a:txBody>
                  <a:tcPr marL="83127" marR="83127" marT="55321" marB="553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83127" marR="83127" marT="60853" marB="60853"/>
                </a:tc>
                <a:extLst>
                  <a:ext uri="{0D108BD9-81ED-4DB2-BD59-A6C34878D82A}">
                    <a16:rowId xmlns:a16="http://schemas.microsoft.com/office/drawing/2014/main" val="2496052504"/>
                  </a:ext>
                </a:extLst>
              </a:tr>
              <a:tr h="487466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Dept</a:t>
                      </a: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Year </a:t>
                      </a: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Semester</a:t>
                      </a: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Type</a:t>
                      </a: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974384"/>
                  </a:ext>
                </a:extLst>
              </a:tr>
              <a:tr h="470555"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682368"/>
                  </a:ext>
                </a:extLst>
              </a:tr>
              <a:tr h="470555">
                <a:tc gridSpan="4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PDF File</a:t>
                      </a:r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306558"/>
                  </a:ext>
                </a:extLst>
              </a:tr>
              <a:tr h="941110">
                <a:tc gridSpan="4"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Click or drag PDF to Upload</a:t>
                      </a:r>
                    </a:p>
                    <a:p>
                      <a:pPr algn="ctr"/>
                      <a:r>
                        <a:rPr lang="en-IN" sz="1100" b="0" dirty="0">
                          <a:solidFill>
                            <a:schemeClr val="bg1"/>
                          </a:solidFill>
                        </a:rPr>
                        <a:t>PDF File Supported</a:t>
                      </a:r>
                      <a:endParaRPr lang="en-IN" sz="1200" b="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20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402874"/>
                  </a:ext>
                </a:extLst>
              </a:tr>
              <a:tr h="470555"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505182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67B852-5E88-993B-33E2-44C8838D08C6}"/>
              </a:ext>
            </a:extLst>
          </p:cNvPr>
          <p:cNvSpPr/>
          <p:nvPr/>
        </p:nvSpPr>
        <p:spPr>
          <a:xfrm>
            <a:off x="4547694" y="9942327"/>
            <a:ext cx="1782572" cy="391160"/>
          </a:xfrm>
          <a:prstGeom prst="roundRect">
            <a:avLst>
              <a:gd name="adj" fmla="val 2316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e.g. Unit 1 notes</a:t>
            </a:r>
            <a:endParaRPr lang="en-IN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6D16426-FB78-72D0-81FE-57CBA2B85F11}"/>
              </a:ext>
            </a:extLst>
          </p:cNvPr>
          <p:cNvSpPr/>
          <p:nvPr/>
        </p:nvSpPr>
        <p:spPr>
          <a:xfrm>
            <a:off x="6443550" y="9942327"/>
            <a:ext cx="1782572" cy="391160"/>
          </a:xfrm>
          <a:prstGeom prst="roundRect">
            <a:avLst>
              <a:gd name="adj" fmla="val 2965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e.g. Mathematics</a:t>
            </a:r>
            <a:endParaRPr lang="en-IN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A850050-324D-B65F-7105-A005BB9B1E36}"/>
              </a:ext>
            </a:extLst>
          </p:cNvPr>
          <p:cNvSpPr/>
          <p:nvPr/>
        </p:nvSpPr>
        <p:spPr>
          <a:xfrm>
            <a:off x="4543636" y="10896351"/>
            <a:ext cx="831584" cy="360000"/>
          </a:xfrm>
          <a:prstGeom prst="roundRect">
            <a:avLst>
              <a:gd name="adj" fmla="val 342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Select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E253C15-C4C4-279F-2EF6-2A80BFFE583E}"/>
              </a:ext>
            </a:extLst>
          </p:cNvPr>
          <p:cNvSpPr/>
          <p:nvPr/>
        </p:nvSpPr>
        <p:spPr>
          <a:xfrm>
            <a:off x="7391929" y="10896351"/>
            <a:ext cx="831584" cy="360000"/>
          </a:xfrm>
          <a:prstGeom prst="roundRect">
            <a:avLst>
              <a:gd name="adj" fmla="val 2251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Syllabus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567EEEF-6EE8-DB62-795F-195479CCDB50}"/>
              </a:ext>
            </a:extLst>
          </p:cNvPr>
          <p:cNvSpPr/>
          <p:nvPr/>
        </p:nvSpPr>
        <p:spPr>
          <a:xfrm>
            <a:off x="6438470" y="10896351"/>
            <a:ext cx="831584" cy="360000"/>
          </a:xfrm>
          <a:prstGeom prst="roundRect">
            <a:avLst>
              <a:gd name="adj" fmla="val 273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1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F42E34F-810C-ABB7-3DFE-1581BDF38DFE}"/>
              </a:ext>
            </a:extLst>
          </p:cNvPr>
          <p:cNvSpPr/>
          <p:nvPr/>
        </p:nvSpPr>
        <p:spPr>
          <a:xfrm>
            <a:off x="5498682" y="10896351"/>
            <a:ext cx="831584" cy="360000"/>
          </a:xfrm>
          <a:prstGeom prst="roundRect">
            <a:avLst>
              <a:gd name="adj" fmla="val 2786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1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617BD7-4E71-610A-3BB8-34EB3FE8B072}"/>
              </a:ext>
            </a:extLst>
          </p:cNvPr>
          <p:cNvSpPr txBox="1"/>
          <p:nvPr/>
        </p:nvSpPr>
        <p:spPr>
          <a:xfrm>
            <a:off x="4589356" y="9124447"/>
            <a:ext cx="3679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Upload Resources</a:t>
            </a:r>
            <a:endParaRPr lang="en-IN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5CF8FC0-8C09-CD8D-6EF1-AAD6C23AACE8}"/>
              </a:ext>
            </a:extLst>
          </p:cNvPr>
          <p:cNvSpPr/>
          <p:nvPr/>
        </p:nvSpPr>
        <p:spPr>
          <a:xfrm>
            <a:off x="4580511" y="11600478"/>
            <a:ext cx="3584814" cy="1009747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5601A35-E5EC-7110-A735-EBC88E6EBE82}"/>
              </a:ext>
            </a:extLst>
          </p:cNvPr>
          <p:cNvGrpSpPr/>
          <p:nvPr/>
        </p:nvGrpSpPr>
        <p:grpSpPr>
          <a:xfrm>
            <a:off x="6244451" y="11697301"/>
            <a:ext cx="280085" cy="294279"/>
            <a:chOff x="5683031" y="3726241"/>
            <a:chExt cx="600387" cy="630814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718F975-A0E0-0FF7-CFCE-9FCF7624A7C6}"/>
                </a:ext>
              </a:extLst>
            </p:cNvPr>
            <p:cNvSpPr/>
            <p:nvPr/>
          </p:nvSpPr>
          <p:spPr>
            <a:xfrm>
              <a:off x="5683031" y="3726241"/>
              <a:ext cx="600387" cy="630814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28" name="Graphic 27" descr="Document with solid fill">
              <a:extLst>
                <a:ext uri="{FF2B5EF4-FFF2-40B4-BE49-F238E27FC236}">
                  <a16:creationId xmlns:a16="http://schemas.microsoft.com/office/drawing/2014/main" id="{EC036780-C76D-9797-34A0-E8DB90EDF4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25147" y="3783571"/>
              <a:ext cx="516155" cy="516155"/>
            </a:xfrm>
            <a:prstGeom prst="rect">
              <a:avLst/>
            </a:prstGeom>
          </p:spPr>
        </p:pic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55193BF-179D-CDBC-CCDE-436378AE8F7D}"/>
              </a:ext>
            </a:extLst>
          </p:cNvPr>
          <p:cNvSpPr/>
          <p:nvPr/>
        </p:nvSpPr>
        <p:spPr>
          <a:xfrm>
            <a:off x="4580511" y="12735834"/>
            <a:ext cx="3584814" cy="426575"/>
          </a:xfrm>
          <a:prstGeom prst="roundRect">
            <a:avLst>
              <a:gd name="adj" fmla="val 27960"/>
            </a:avLst>
          </a:prstGeom>
          <a:gradFill flip="none" rotWithShape="1">
            <a:gsLst>
              <a:gs pos="100000">
                <a:srgbClr val="8631C5"/>
              </a:gs>
              <a:gs pos="41000">
                <a:srgbClr val="2F8FF9"/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Upload Resources</a:t>
            </a:r>
            <a:endParaRPr lang="en-IN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1D16797-5343-560A-DB76-A70BA4C9A4D0}"/>
              </a:ext>
            </a:extLst>
          </p:cNvPr>
          <p:cNvGrpSpPr/>
          <p:nvPr/>
        </p:nvGrpSpPr>
        <p:grpSpPr>
          <a:xfrm>
            <a:off x="4473160" y="-1170718"/>
            <a:ext cx="3245680" cy="270474"/>
            <a:chOff x="3506036" y="313354"/>
            <a:chExt cx="4320000" cy="36000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E5B9244D-2089-9125-0245-0AD6DD9667FE}"/>
                </a:ext>
              </a:extLst>
            </p:cNvPr>
            <p:cNvSpPr/>
            <p:nvPr/>
          </p:nvSpPr>
          <p:spPr>
            <a:xfrm>
              <a:off x="3506036" y="313354"/>
              <a:ext cx="4320000" cy="360000"/>
            </a:xfrm>
            <a:prstGeom prst="roundRect">
              <a:avLst>
                <a:gd name="adj" fmla="val 50000"/>
              </a:avLst>
            </a:prstGeom>
            <a:solidFill>
              <a:srgbClr val="425166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Search resources, subject, teacher..   </a:t>
              </a:r>
              <a:endParaRPr lang="en-I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34" name="Graphic 33" descr="Magnifying glass with solid fill">
              <a:extLst>
                <a:ext uri="{FF2B5EF4-FFF2-40B4-BE49-F238E27FC236}">
                  <a16:creationId xmlns:a16="http://schemas.microsoft.com/office/drawing/2014/main" id="{C546D589-D9A1-469E-A1AE-1778EC0EC6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05241" y="360619"/>
              <a:ext cx="291356" cy="291357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D1F34B8-8390-112A-77F7-71FBFC0847E5}"/>
              </a:ext>
            </a:extLst>
          </p:cNvPr>
          <p:cNvGrpSpPr/>
          <p:nvPr/>
        </p:nvGrpSpPr>
        <p:grpSpPr>
          <a:xfrm>
            <a:off x="12978486" y="1139173"/>
            <a:ext cx="3240001" cy="504000"/>
            <a:chOff x="8383040" y="1085445"/>
            <a:chExt cx="3240001" cy="504000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3300C1E7-4602-B135-A941-C7FC329C6D54}"/>
                </a:ext>
              </a:extLst>
            </p:cNvPr>
            <p:cNvSpPr/>
            <p:nvPr/>
          </p:nvSpPr>
          <p:spPr>
            <a:xfrm>
              <a:off x="8383040" y="1085445"/>
              <a:ext cx="3240001" cy="504000"/>
            </a:xfrm>
            <a:prstGeom prst="roundRect">
              <a:avLst/>
            </a:prstGeom>
            <a:solidFill>
              <a:srgbClr val="425166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222C55B5-9EFF-ADC2-539F-1641A275E61E}"/>
                </a:ext>
              </a:extLst>
            </p:cNvPr>
            <p:cNvSpPr/>
            <p:nvPr/>
          </p:nvSpPr>
          <p:spPr>
            <a:xfrm>
              <a:off x="8438600" y="1178560"/>
              <a:ext cx="990000" cy="288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Browse</a:t>
              </a:r>
              <a:endParaRPr lang="en-IN" sz="1100" dirty="0">
                <a:solidFill>
                  <a:schemeClr val="bg1"/>
                </a:solidFill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1491CC29-D8F0-681F-B2E0-C87A0A19712D}"/>
                </a:ext>
              </a:extLst>
            </p:cNvPr>
            <p:cNvSpPr/>
            <p:nvPr/>
          </p:nvSpPr>
          <p:spPr>
            <a:xfrm>
              <a:off x="9508040" y="1178560"/>
              <a:ext cx="990000" cy="288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My Uploads</a:t>
              </a:r>
              <a:endParaRPr lang="en-IN" sz="1100" dirty="0">
                <a:solidFill>
                  <a:schemeClr val="bg1"/>
                </a:solidFill>
              </a:endParaRP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F34AA6EE-6CDB-0188-33D4-0CE2BCEAE1E5}"/>
                </a:ext>
              </a:extLst>
            </p:cNvPr>
            <p:cNvSpPr/>
            <p:nvPr/>
          </p:nvSpPr>
          <p:spPr>
            <a:xfrm>
              <a:off x="10577480" y="1178560"/>
              <a:ext cx="990000" cy="288000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New Upload</a:t>
              </a:r>
              <a:endParaRPr lang="en-IN" sz="1100" dirty="0"/>
            </a:p>
          </p:txBody>
        </p:sp>
      </p:grp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6E395AA-8F3F-CBFC-A25A-F012EC71DDC9}"/>
              </a:ext>
            </a:extLst>
          </p:cNvPr>
          <p:cNvSpPr/>
          <p:nvPr/>
        </p:nvSpPr>
        <p:spPr>
          <a:xfrm>
            <a:off x="6713436" y="635310"/>
            <a:ext cx="4170949" cy="548159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chemeClr val="bg1"/>
                </a:solidFill>
              </a:rPr>
              <a:t>📌 Login Instructions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B5CE908-0F78-55A4-7216-F14A5FB7560E}"/>
              </a:ext>
            </a:extLst>
          </p:cNvPr>
          <p:cNvSpPr/>
          <p:nvPr/>
        </p:nvSpPr>
        <p:spPr>
          <a:xfrm>
            <a:off x="6903024" y="1569848"/>
            <a:ext cx="3791772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Open the College Portal website.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B8243BF-9137-2FFC-F2F2-BC1843CB9C5B}"/>
              </a:ext>
            </a:extLst>
          </p:cNvPr>
          <p:cNvSpPr/>
          <p:nvPr/>
        </p:nvSpPr>
        <p:spPr>
          <a:xfrm>
            <a:off x="6903024" y="2240289"/>
            <a:ext cx="3791772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Click on the Login tab.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34B21D75-04AB-37A4-E1B4-E7FEFF71B1A3}"/>
              </a:ext>
            </a:extLst>
          </p:cNvPr>
          <p:cNvSpPr/>
          <p:nvPr/>
        </p:nvSpPr>
        <p:spPr>
          <a:xfrm>
            <a:off x="6903024" y="2910729"/>
            <a:ext cx="3791772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Enter your registered Email Address.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D939F54-82AA-BEC9-320D-6EB764FCC0EA}"/>
              </a:ext>
            </a:extLst>
          </p:cNvPr>
          <p:cNvSpPr/>
          <p:nvPr/>
        </p:nvSpPr>
        <p:spPr>
          <a:xfrm>
            <a:off x="6903024" y="3581171"/>
            <a:ext cx="3791772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Enter your Password.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218A332-546A-85CD-7C27-D0D13ABC6EDF}"/>
              </a:ext>
            </a:extLst>
          </p:cNvPr>
          <p:cNvSpPr/>
          <p:nvPr/>
        </p:nvSpPr>
        <p:spPr>
          <a:xfrm>
            <a:off x="6903024" y="4251613"/>
            <a:ext cx="3791772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Click on the Sign In button.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1B3B1A72-B52F-92E0-FC4A-F7060421FC52}"/>
              </a:ext>
            </a:extLst>
          </p:cNvPr>
          <p:cNvSpPr/>
          <p:nvPr/>
        </p:nvSpPr>
        <p:spPr>
          <a:xfrm>
            <a:off x="6903024" y="4922052"/>
            <a:ext cx="3791772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400" dirty="0">
                <a:solidFill>
                  <a:schemeClr val="bg1"/>
                </a:solidFill>
              </a:rPr>
              <a:t>If credentials are correct, you will be redirected to your dashboard (Student/Teacher).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EF8DA415-99B6-3117-B7AE-AFFFD5379F7C}"/>
              </a:ext>
            </a:extLst>
          </p:cNvPr>
          <p:cNvSpPr/>
          <p:nvPr/>
        </p:nvSpPr>
        <p:spPr>
          <a:xfrm>
            <a:off x="6713436" y="5806755"/>
            <a:ext cx="4170949" cy="548159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chemeClr val="bg1"/>
                </a:solidFill>
              </a:rPr>
              <a:t>✅ Login process completed.</a:t>
            </a:r>
          </a:p>
        </p:txBody>
      </p:sp>
    </p:spTree>
    <p:extLst>
      <p:ext uri="{BB962C8B-B14F-4D97-AF65-F5344CB8AC3E}">
        <p14:creationId xmlns:p14="http://schemas.microsoft.com/office/powerpoint/2010/main" val="2273383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F48F615-A076-3BC9-BB43-2BC14EF91059}"/>
              </a:ext>
            </a:extLst>
          </p:cNvPr>
          <p:cNvGrpSpPr/>
          <p:nvPr/>
        </p:nvGrpSpPr>
        <p:grpSpPr>
          <a:xfrm>
            <a:off x="351225" y="313672"/>
            <a:ext cx="362575" cy="380174"/>
            <a:chOff x="1913993" y="927159"/>
            <a:chExt cx="583929" cy="61227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C33D592-3077-DBFA-F4D6-1696DF83D585}"/>
                </a:ext>
              </a:extLst>
            </p:cNvPr>
            <p:cNvSpPr/>
            <p:nvPr/>
          </p:nvSpPr>
          <p:spPr>
            <a:xfrm>
              <a:off x="1913993" y="927159"/>
              <a:ext cx="583929" cy="612273"/>
            </a:xfrm>
            <a:prstGeom prst="roundRect">
              <a:avLst>
                <a:gd name="adj" fmla="val 3252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000" algn="ctr"/>
              <a:endParaRPr lang="en-IN" sz="1200" b="1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9837DA0-4B7A-B452-DA4E-288FE9088308}"/>
                </a:ext>
              </a:extLst>
            </p:cNvPr>
            <p:cNvSpPr txBox="1"/>
            <p:nvPr/>
          </p:nvSpPr>
          <p:spPr>
            <a:xfrm>
              <a:off x="1955608" y="971685"/>
              <a:ext cx="500696" cy="5452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C</a:t>
              </a:r>
              <a:endParaRPr lang="en-IN" sz="1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8CAF7D5-ABEC-D9B5-A16B-4059DBE2FBCF}"/>
              </a:ext>
            </a:extLst>
          </p:cNvPr>
          <p:cNvGrpSpPr/>
          <p:nvPr/>
        </p:nvGrpSpPr>
        <p:grpSpPr>
          <a:xfrm>
            <a:off x="4473160" y="368522"/>
            <a:ext cx="3245680" cy="270474"/>
            <a:chOff x="3506036" y="313354"/>
            <a:chExt cx="4320000" cy="3600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C265F42-6E14-65CB-1F48-F92650C075B5}"/>
                </a:ext>
              </a:extLst>
            </p:cNvPr>
            <p:cNvSpPr/>
            <p:nvPr/>
          </p:nvSpPr>
          <p:spPr>
            <a:xfrm>
              <a:off x="3506036" y="313354"/>
              <a:ext cx="4320000" cy="360000"/>
            </a:xfrm>
            <a:prstGeom prst="roundRect">
              <a:avLst>
                <a:gd name="adj" fmla="val 50000"/>
              </a:avLst>
            </a:prstGeom>
            <a:solidFill>
              <a:srgbClr val="425166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Search resources, subject, teacher..   </a:t>
              </a:r>
              <a:endParaRPr lang="en-I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7" name="Graphic 6" descr="Magnifying glass with solid fill">
              <a:extLst>
                <a:ext uri="{FF2B5EF4-FFF2-40B4-BE49-F238E27FC236}">
                  <a16:creationId xmlns:a16="http://schemas.microsoft.com/office/drawing/2014/main" id="{2718FFA6-18C2-D448-CEAF-16773185D5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05241" y="360619"/>
              <a:ext cx="291356" cy="291357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1410F03-B0E2-A2EE-A260-D2417260DB90}"/>
              </a:ext>
            </a:extLst>
          </p:cNvPr>
          <p:cNvGrpSpPr/>
          <p:nvPr/>
        </p:nvGrpSpPr>
        <p:grpSpPr>
          <a:xfrm>
            <a:off x="9731127" y="351084"/>
            <a:ext cx="1849416" cy="305350"/>
            <a:chOff x="9731127" y="351084"/>
            <a:chExt cx="1849416" cy="30535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2A53E3C-FAF4-A662-E317-9994D4363C81}"/>
                </a:ext>
              </a:extLst>
            </p:cNvPr>
            <p:cNvGrpSpPr/>
            <p:nvPr/>
          </p:nvGrpSpPr>
          <p:grpSpPr>
            <a:xfrm>
              <a:off x="11275193" y="351084"/>
              <a:ext cx="305350" cy="305350"/>
              <a:chOff x="3168007" y="1870684"/>
              <a:chExt cx="540946" cy="540946"/>
            </a:xfrm>
            <a:solidFill>
              <a:srgbClr val="2D60EF">
                <a:alpha val="50000"/>
              </a:srgbClr>
            </a:solidFill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22663A1-B2C8-3636-3FFA-2373C3738A28}"/>
                  </a:ext>
                </a:extLst>
              </p:cNvPr>
              <p:cNvSpPr/>
              <p:nvPr/>
            </p:nvSpPr>
            <p:spPr>
              <a:xfrm>
                <a:off x="3168007" y="1870684"/>
                <a:ext cx="540946" cy="540946"/>
              </a:xfrm>
              <a:prstGeom prst="ellipse">
                <a:avLst/>
              </a:prstGeom>
              <a:grpFill/>
              <a:ln w="19050">
                <a:solidFill>
                  <a:srgbClr val="2D60E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 dirty="0"/>
              </a:p>
            </p:txBody>
          </p:sp>
          <p:grpSp>
            <p:nvGrpSpPr>
              <p:cNvPr id="10" name="Graphic 14" descr="User with solid fill">
                <a:extLst>
                  <a:ext uri="{FF2B5EF4-FFF2-40B4-BE49-F238E27FC236}">
                    <a16:creationId xmlns:a16="http://schemas.microsoft.com/office/drawing/2014/main" id="{6C052270-635A-1247-C5F2-EB629741D334}"/>
                  </a:ext>
                </a:extLst>
              </p:cNvPr>
              <p:cNvGrpSpPr/>
              <p:nvPr/>
            </p:nvGrpSpPr>
            <p:grpSpPr>
              <a:xfrm>
                <a:off x="3282070" y="1974971"/>
                <a:ext cx="312821" cy="332372"/>
                <a:chOff x="3266428" y="1958352"/>
                <a:chExt cx="344103" cy="365609"/>
              </a:xfrm>
              <a:grpFill/>
            </p:grpSpPr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8B693830-C95B-CB43-FBDD-24635F49C382}"/>
                    </a:ext>
                  </a:extLst>
                </p:cNvPr>
                <p:cNvSpPr/>
                <p:nvPr/>
              </p:nvSpPr>
              <p:spPr>
                <a:xfrm>
                  <a:off x="3352454" y="1958352"/>
                  <a:ext cx="172051" cy="172051"/>
                </a:xfrm>
                <a:custGeom>
                  <a:avLst/>
                  <a:gdLst>
                    <a:gd name="csX0" fmla="*/ 172052 w 172051"/>
                    <a:gd name="csY0" fmla="*/ 86026 h 172051"/>
                    <a:gd name="csX1" fmla="*/ 86026 w 172051"/>
                    <a:gd name="csY1" fmla="*/ 172052 h 172051"/>
                    <a:gd name="csX2" fmla="*/ 0 w 172051"/>
                    <a:gd name="csY2" fmla="*/ 86026 h 172051"/>
                    <a:gd name="csX3" fmla="*/ 86026 w 172051"/>
                    <a:gd name="csY3" fmla="*/ 0 h 172051"/>
                    <a:gd name="csX4" fmla="*/ 172052 w 172051"/>
                    <a:gd name="csY4" fmla="*/ 86026 h 1720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72051" h="172051">
                      <a:moveTo>
                        <a:pt x="172052" y="86026"/>
                      </a:moveTo>
                      <a:cubicBezTo>
                        <a:pt x="172052" y="133537"/>
                        <a:pt x="133537" y="172052"/>
                        <a:pt x="86026" y="172052"/>
                      </a:cubicBezTo>
                      <a:cubicBezTo>
                        <a:pt x="38515" y="172052"/>
                        <a:pt x="0" y="133537"/>
                        <a:pt x="0" y="86026"/>
                      </a:cubicBezTo>
                      <a:cubicBezTo>
                        <a:pt x="0" y="38515"/>
                        <a:pt x="38515" y="0"/>
                        <a:pt x="86026" y="0"/>
                      </a:cubicBezTo>
                      <a:cubicBezTo>
                        <a:pt x="133537" y="0"/>
                        <a:pt x="172052" y="38515"/>
                        <a:pt x="172052" y="86026"/>
                      </a:cubicBezTo>
                      <a:close/>
                    </a:path>
                  </a:pathLst>
                </a:custGeom>
                <a:grpFill/>
                <a:ln w="19050">
                  <a:solidFill>
                    <a:srgbClr val="2D60E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IN" dirty="0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8E8A26DF-6B01-104B-EB70-2C024B2799CE}"/>
                    </a:ext>
                  </a:extLst>
                </p:cNvPr>
                <p:cNvSpPr/>
                <p:nvPr/>
              </p:nvSpPr>
              <p:spPr>
                <a:xfrm>
                  <a:off x="3266428" y="2151910"/>
                  <a:ext cx="344103" cy="172051"/>
                </a:xfrm>
                <a:custGeom>
                  <a:avLst/>
                  <a:gdLst>
                    <a:gd name="csX0" fmla="*/ 344103 w 344103"/>
                    <a:gd name="csY0" fmla="*/ 172052 h 172051"/>
                    <a:gd name="csX1" fmla="*/ 344103 w 344103"/>
                    <a:gd name="csY1" fmla="*/ 86026 h 172051"/>
                    <a:gd name="csX2" fmla="*/ 326898 w 344103"/>
                    <a:gd name="csY2" fmla="*/ 51615 h 172051"/>
                    <a:gd name="csX3" fmla="*/ 243023 w 344103"/>
                    <a:gd name="csY3" fmla="*/ 10753 h 172051"/>
                    <a:gd name="csX4" fmla="*/ 172052 w 344103"/>
                    <a:gd name="csY4" fmla="*/ 0 h 172051"/>
                    <a:gd name="csX5" fmla="*/ 101080 w 344103"/>
                    <a:gd name="csY5" fmla="*/ 10753 h 172051"/>
                    <a:gd name="csX6" fmla="*/ 17205 w 344103"/>
                    <a:gd name="csY6" fmla="*/ 51615 h 172051"/>
                    <a:gd name="csX7" fmla="*/ 0 w 344103"/>
                    <a:gd name="csY7" fmla="*/ 86026 h 172051"/>
                    <a:gd name="csX8" fmla="*/ 0 w 344103"/>
                    <a:gd name="csY8" fmla="*/ 172052 h 172051"/>
                    <a:gd name="csX9" fmla="*/ 344103 w 344103"/>
                    <a:gd name="csY9" fmla="*/ 172052 h 1720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344103" h="172051">
                      <a:moveTo>
                        <a:pt x="344103" y="172052"/>
                      </a:moveTo>
                      <a:lnTo>
                        <a:pt x="344103" y="86026"/>
                      </a:lnTo>
                      <a:cubicBezTo>
                        <a:pt x="344103" y="73122"/>
                        <a:pt x="337651" y="60218"/>
                        <a:pt x="326898" y="51615"/>
                      </a:cubicBezTo>
                      <a:cubicBezTo>
                        <a:pt x="303241" y="32260"/>
                        <a:pt x="273132" y="19356"/>
                        <a:pt x="243023" y="10753"/>
                      </a:cubicBezTo>
                      <a:cubicBezTo>
                        <a:pt x="221517" y="4301"/>
                        <a:pt x="197859" y="0"/>
                        <a:pt x="172052" y="0"/>
                      </a:cubicBezTo>
                      <a:cubicBezTo>
                        <a:pt x="148395" y="0"/>
                        <a:pt x="124737" y="4301"/>
                        <a:pt x="101080" y="10753"/>
                      </a:cubicBezTo>
                      <a:cubicBezTo>
                        <a:pt x="70971" y="19356"/>
                        <a:pt x="40862" y="34410"/>
                        <a:pt x="17205" y="51615"/>
                      </a:cubicBezTo>
                      <a:cubicBezTo>
                        <a:pt x="6452" y="60218"/>
                        <a:pt x="0" y="73122"/>
                        <a:pt x="0" y="86026"/>
                      </a:cubicBezTo>
                      <a:lnTo>
                        <a:pt x="0" y="172052"/>
                      </a:lnTo>
                      <a:lnTo>
                        <a:pt x="344103" y="172052"/>
                      </a:lnTo>
                      <a:close/>
                    </a:path>
                  </a:pathLst>
                </a:custGeom>
                <a:grpFill/>
                <a:ln w="19050">
                  <a:solidFill>
                    <a:srgbClr val="2D60E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IN" dirty="0"/>
                </a:p>
              </p:txBody>
            </p:sp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D745D3C-7747-02BC-83D7-B7B60180AC59}"/>
                </a:ext>
              </a:extLst>
            </p:cNvPr>
            <p:cNvSpPr txBox="1"/>
            <p:nvPr/>
          </p:nvSpPr>
          <p:spPr>
            <a:xfrm>
              <a:off x="9731127" y="365260"/>
              <a:ext cx="1525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Bhargav Kothekar</a:t>
              </a:r>
              <a:endParaRPr lang="en-IN" sz="1200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C80D67E-4EAB-074E-08BE-F4755E33757E}"/>
              </a:ext>
            </a:extLst>
          </p:cNvPr>
          <p:cNvGrpSpPr/>
          <p:nvPr/>
        </p:nvGrpSpPr>
        <p:grpSpPr>
          <a:xfrm>
            <a:off x="377065" y="1094938"/>
            <a:ext cx="3023419" cy="592470"/>
            <a:chOff x="377065" y="1104432"/>
            <a:chExt cx="3023419" cy="59247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E918067-3B07-67C5-7A87-1070F1774778}"/>
                </a:ext>
              </a:extLst>
            </p:cNvPr>
            <p:cNvSpPr txBox="1"/>
            <p:nvPr/>
          </p:nvSpPr>
          <p:spPr>
            <a:xfrm>
              <a:off x="377065" y="1104432"/>
              <a:ext cx="30234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Franklin Gothic Heavy" panose="020B0903020102020204" pitchFamily="34" charset="0"/>
                </a:rPr>
                <a:t>Teacher </a:t>
              </a:r>
              <a:r>
                <a:rPr lang="en-US" sz="2400" b="1" dirty="0">
                  <a:solidFill>
                    <a:srgbClr val="00B0F0"/>
                  </a:solidFill>
                  <a:latin typeface="Franklin Gothic Heavy" panose="020B0903020102020204" pitchFamily="34" charset="0"/>
                </a:rPr>
                <a:t>Dashboard</a:t>
              </a:r>
              <a:endParaRPr lang="en-IN" sz="3600" b="1" dirty="0">
                <a:solidFill>
                  <a:srgbClr val="00B0F0"/>
                </a:solidFill>
                <a:latin typeface="Franklin Gothic Heavy" panose="020B09030201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02A8EC-FEB1-B67F-EC16-8DDE8315B864}"/>
                </a:ext>
              </a:extLst>
            </p:cNvPr>
            <p:cNvSpPr txBox="1"/>
            <p:nvPr/>
          </p:nvSpPr>
          <p:spPr>
            <a:xfrm>
              <a:off x="422785" y="1435292"/>
              <a:ext cx="211147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i="1" dirty="0">
                  <a:solidFill>
                    <a:schemeClr val="bg1"/>
                  </a:solidFill>
                </a:rPr>
                <a:t>Welcome Back, Bhargav Kothekar</a:t>
              </a:r>
              <a:endParaRPr lang="en-IN" sz="1100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180443F-FF11-7C5C-CD97-AE18E1E1AC8A}"/>
              </a:ext>
            </a:extLst>
          </p:cNvPr>
          <p:cNvSpPr txBox="1"/>
          <p:nvPr/>
        </p:nvSpPr>
        <p:spPr>
          <a:xfrm>
            <a:off x="625291" y="324024"/>
            <a:ext cx="2374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Franklin Gothic Heavy" panose="020B0903020102020204" pitchFamily="34" charset="0"/>
              </a:rPr>
              <a:t>COLLEGE</a:t>
            </a:r>
            <a:r>
              <a:rPr lang="en-US" b="1" dirty="0">
                <a:solidFill>
                  <a:srgbClr val="00B0F0"/>
                </a:solidFill>
                <a:latin typeface="Franklin Gothic Heavy" panose="020B0903020102020204" pitchFamily="34" charset="0"/>
              </a:rPr>
              <a:t>PORTAL</a:t>
            </a:r>
            <a:endParaRPr lang="en-IN" sz="2800" b="1" dirty="0">
              <a:solidFill>
                <a:srgbClr val="00B0F0"/>
              </a:solidFill>
              <a:latin typeface="Franklin Gothic Heavy" panose="020B09030201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6AC90A2-7CE6-7965-CA46-443E4AB58031}"/>
              </a:ext>
            </a:extLst>
          </p:cNvPr>
          <p:cNvGrpSpPr/>
          <p:nvPr/>
        </p:nvGrpSpPr>
        <p:grpSpPr>
          <a:xfrm>
            <a:off x="8383040" y="1139173"/>
            <a:ext cx="3240001" cy="504000"/>
            <a:chOff x="8383040" y="1085445"/>
            <a:chExt cx="3240001" cy="5040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B3B51EB-3C7E-D694-167D-518DD57853EA}"/>
                </a:ext>
              </a:extLst>
            </p:cNvPr>
            <p:cNvSpPr/>
            <p:nvPr/>
          </p:nvSpPr>
          <p:spPr>
            <a:xfrm>
              <a:off x="8383040" y="1085445"/>
              <a:ext cx="3240001" cy="504000"/>
            </a:xfrm>
            <a:prstGeom prst="roundRect">
              <a:avLst/>
            </a:prstGeom>
            <a:solidFill>
              <a:srgbClr val="425166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CA41BBA-BE9D-E28D-BD80-CBB8EA13547F}"/>
                </a:ext>
              </a:extLst>
            </p:cNvPr>
            <p:cNvSpPr/>
            <p:nvPr/>
          </p:nvSpPr>
          <p:spPr>
            <a:xfrm>
              <a:off x="8438600" y="1178560"/>
              <a:ext cx="990000" cy="288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Browse</a:t>
              </a:r>
              <a:endParaRPr lang="en-IN" sz="1100" dirty="0">
                <a:solidFill>
                  <a:schemeClr val="bg1"/>
                </a:solidFill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73DF992-D606-7EDD-6FDE-1BE661BA4419}"/>
                </a:ext>
              </a:extLst>
            </p:cNvPr>
            <p:cNvSpPr/>
            <p:nvPr/>
          </p:nvSpPr>
          <p:spPr>
            <a:xfrm>
              <a:off x="9508040" y="1178560"/>
              <a:ext cx="990000" cy="288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My Uploads</a:t>
              </a:r>
              <a:endParaRPr lang="en-IN" sz="1100" dirty="0">
                <a:solidFill>
                  <a:schemeClr val="bg1"/>
                </a:solidFill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FA2891D3-EC76-F213-CEB7-B944B0BD1863}"/>
                </a:ext>
              </a:extLst>
            </p:cNvPr>
            <p:cNvSpPr/>
            <p:nvPr/>
          </p:nvSpPr>
          <p:spPr>
            <a:xfrm>
              <a:off x="10577480" y="1178560"/>
              <a:ext cx="990000" cy="288000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New Upload</a:t>
              </a:r>
              <a:endParaRPr lang="en-IN" sz="1100" dirty="0"/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CE52228-B26C-2033-E3A5-93BEEAF4B26C}"/>
              </a:ext>
            </a:extLst>
          </p:cNvPr>
          <p:cNvSpPr/>
          <p:nvPr/>
        </p:nvSpPr>
        <p:spPr>
          <a:xfrm>
            <a:off x="3924425" y="2235957"/>
            <a:ext cx="4320000" cy="4366779"/>
          </a:xfrm>
          <a:prstGeom prst="roundRect">
            <a:avLst>
              <a:gd name="adj" fmla="val 7741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CD3B550-F158-068F-DAAA-11252AE55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052658"/>
              </p:ext>
            </p:extLst>
          </p:nvPr>
        </p:nvGraphicFramePr>
        <p:xfrm>
          <a:off x="4207164" y="2737104"/>
          <a:ext cx="3777672" cy="3798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872">
                  <a:extLst>
                    <a:ext uri="{9D8B030D-6E8A-4147-A177-3AD203B41FA5}">
                      <a16:colId xmlns:a16="http://schemas.microsoft.com/office/drawing/2014/main" val="3727458928"/>
                    </a:ext>
                  </a:extLst>
                </a:gridCol>
                <a:gridCol w="945600">
                  <a:extLst>
                    <a:ext uri="{9D8B030D-6E8A-4147-A177-3AD203B41FA5}">
                      <a16:colId xmlns:a16="http://schemas.microsoft.com/office/drawing/2014/main" val="2011752488"/>
                    </a:ext>
                  </a:extLst>
                </a:gridCol>
                <a:gridCol w="945600">
                  <a:extLst>
                    <a:ext uri="{9D8B030D-6E8A-4147-A177-3AD203B41FA5}">
                      <a16:colId xmlns:a16="http://schemas.microsoft.com/office/drawing/2014/main" val="400632315"/>
                    </a:ext>
                  </a:extLst>
                </a:gridCol>
                <a:gridCol w="945600">
                  <a:extLst>
                    <a:ext uri="{9D8B030D-6E8A-4147-A177-3AD203B41FA5}">
                      <a16:colId xmlns:a16="http://schemas.microsoft.com/office/drawing/2014/main" val="4152835415"/>
                    </a:ext>
                  </a:extLst>
                </a:gridCol>
              </a:tblGrid>
              <a:tr h="487466">
                <a:tc gridSpan="2">
                  <a:txBody>
                    <a:bodyPr/>
                    <a:lstStyle/>
                    <a:p>
                      <a:endParaRPr lang="en-US" sz="1200" dirty="0"/>
                    </a:p>
                    <a:p>
                      <a:r>
                        <a:rPr lang="en-US" sz="1200" dirty="0"/>
                        <a:t>Title</a:t>
                      </a:r>
                      <a:endParaRPr lang="en-IN" sz="1200" dirty="0"/>
                    </a:p>
                  </a:txBody>
                  <a:tcPr marL="83127" marR="83127" marT="55321" marB="553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83127" marR="83127" marT="60853" marB="60853"/>
                </a:tc>
                <a:tc gridSpan="2">
                  <a:txBody>
                    <a:bodyPr/>
                    <a:lstStyle/>
                    <a:p>
                      <a:endParaRPr lang="en-US" sz="1200" dirty="0"/>
                    </a:p>
                    <a:p>
                      <a:r>
                        <a:rPr lang="en-US" sz="1200" dirty="0"/>
                        <a:t>Subject</a:t>
                      </a:r>
                      <a:endParaRPr lang="en-IN" sz="1200" dirty="0"/>
                    </a:p>
                  </a:txBody>
                  <a:tcPr marL="83127" marR="83127" marT="55321" marB="553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83127" marR="83127" marT="60853" marB="60853"/>
                </a:tc>
                <a:extLst>
                  <a:ext uri="{0D108BD9-81ED-4DB2-BD59-A6C34878D82A}">
                    <a16:rowId xmlns:a16="http://schemas.microsoft.com/office/drawing/2014/main" val="1874177902"/>
                  </a:ext>
                </a:extLst>
              </a:tr>
              <a:tr h="470555">
                <a:tc gridSpan="2">
                  <a:txBody>
                    <a:bodyPr/>
                    <a:lstStyle/>
                    <a:p>
                      <a:endParaRPr lang="en-IN" sz="1200" dirty="0"/>
                    </a:p>
                  </a:txBody>
                  <a:tcPr marL="83127" marR="83127" marT="55321" marB="553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83127" marR="83127" marT="60853" marB="60853"/>
                </a:tc>
                <a:tc gridSpan="2">
                  <a:txBody>
                    <a:bodyPr/>
                    <a:lstStyle/>
                    <a:p>
                      <a:endParaRPr lang="en-IN" sz="1200" dirty="0"/>
                    </a:p>
                  </a:txBody>
                  <a:tcPr marL="83127" marR="83127" marT="55321" marB="553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83127" marR="83127" marT="60853" marB="60853"/>
                </a:tc>
                <a:extLst>
                  <a:ext uri="{0D108BD9-81ED-4DB2-BD59-A6C34878D82A}">
                    <a16:rowId xmlns:a16="http://schemas.microsoft.com/office/drawing/2014/main" val="2496052504"/>
                  </a:ext>
                </a:extLst>
              </a:tr>
              <a:tr h="487466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Dept</a:t>
                      </a: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Year </a:t>
                      </a: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Semester</a:t>
                      </a: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Type</a:t>
                      </a: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974384"/>
                  </a:ext>
                </a:extLst>
              </a:tr>
              <a:tr h="470555"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682368"/>
                  </a:ext>
                </a:extLst>
              </a:tr>
              <a:tr h="470555">
                <a:tc gridSpan="4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PDF File</a:t>
                      </a:r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306558"/>
                  </a:ext>
                </a:extLst>
              </a:tr>
              <a:tr h="941110">
                <a:tc gridSpan="4"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Click or drag PDF to Upload</a:t>
                      </a:r>
                    </a:p>
                    <a:p>
                      <a:pPr algn="ctr"/>
                      <a:r>
                        <a:rPr lang="en-IN" sz="1100" b="0" dirty="0">
                          <a:solidFill>
                            <a:schemeClr val="bg1"/>
                          </a:solidFill>
                        </a:rPr>
                        <a:t>PDF File Supported</a:t>
                      </a:r>
                      <a:endParaRPr lang="en-IN" sz="1200" b="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20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402874"/>
                  </a:ext>
                </a:extLst>
              </a:tr>
              <a:tr h="470555"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505182"/>
                  </a:ext>
                </a:extLst>
              </a:tr>
            </a:tbl>
          </a:graphicData>
        </a:graphic>
      </p:graphicFrame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3A7C6B9-8561-3BBE-588E-16F5B67EA631}"/>
              </a:ext>
            </a:extLst>
          </p:cNvPr>
          <p:cNvSpPr/>
          <p:nvPr/>
        </p:nvSpPr>
        <p:spPr>
          <a:xfrm>
            <a:off x="4259201" y="3263900"/>
            <a:ext cx="1782572" cy="391160"/>
          </a:xfrm>
          <a:prstGeom prst="roundRect">
            <a:avLst>
              <a:gd name="adj" fmla="val 2316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e.g. Unit 1 notes</a:t>
            </a:r>
            <a:endParaRPr lang="en-IN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E6B2D1E-D979-362C-7915-3BFA249C0407}"/>
              </a:ext>
            </a:extLst>
          </p:cNvPr>
          <p:cNvSpPr/>
          <p:nvPr/>
        </p:nvSpPr>
        <p:spPr>
          <a:xfrm>
            <a:off x="6155057" y="3263900"/>
            <a:ext cx="1782572" cy="391160"/>
          </a:xfrm>
          <a:prstGeom prst="roundRect">
            <a:avLst>
              <a:gd name="adj" fmla="val 2965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e.g. Mathematics</a:t>
            </a:r>
            <a:endParaRPr lang="en-IN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C49EEBD-3A57-23A1-736A-D369AC4396CE}"/>
              </a:ext>
            </a:extLst>
          </p:cNvPr>
          <p:cNvSpPr/>
          <p:nvPr/>
        </p:nvSpPr>
        <p:spPr>
          <a:xfrm>
            <a:off x="4255143" y="4217924"/>
            <a:ext cx="831584" cy="360000"/>
          </a:xfrm>
          <a:prstGeom prst="roundRect">
            <a:avLst>
              <a:gd name="adj" fmla="val 342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Select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7CDCC9F-F35E-76AD-CAB8-B5D1538DB175}"/>
              </a:ext>
            </a:extLst>
          </p:cNvPr>
          <p:cNvSpPr/>
          <p:nvPr/>
        </p:nvSpPr>
        <p:spPr>
          <a:xfrm>
            <a:off x="7103436" y="4217924"/>
            <a:ext cx="831584" cy="360000"/>
          </a:xfrm>
          <a:prstGeom prst="roundRect">
            <a:avLst>
              <a:gd name="adj" fmla="val 2251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Syllabus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451398B-C3AE-9746-F947-BCB4F15DC650}"/>
              </a:ext>
            </a:extLst>
          </p:cNvPr>
          <p:cNvSpPr/>
          <p:nvPr/>
        </p:nvSpPr>
        <p:spPr>
          <a:xfrm>
            <a:off x="6149977" y="4217924"/>
            <a:ext cx="831584" cy="360000"/>
          </a:xfrm>
          <a:prstGeom prst="roundRect">
            <a:avLst>
              <a:gd name="adj" fmla="val 273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1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35338BE-2B6E-E547-2245-2CBC6FE22ED4}"/>
              </a:ext>
            </a:extLst>
          </p:cNvPr>
          <p:cNvSpPr/>
          <p:nvPr/>
        </p:nvSpPr>
        <p:spPr>
          <a:xfrm>
            <a:off x="5210189" y="4217924"/>
            <a:ext cx="831584" cy="360000"/>
          </a:xfrm>
          <a:prstGeom prst="roundRect">
            <a:avLst>
              <a:gd name="adj" fmla="val 2786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1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ADB20D-D0B1-47A8-226C-8361F5C03970}"/>
              </a:ext>
            </a:extLst>
          </p:cNvPr>
          <p:cNvSpPr txBox="1"/>
          <p:nvPr/>
        </p:nvSpPr>
        <p:spPr>
          <a:xfrm>
            <a:off x="4300863" y="2446020"/>
            <a:ext cx="3679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Upload Resources</a:t>
            </a:r>
            <a:endParaRPr lang="en-IN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95F1C66-2086-C6C9-1561-DF72C9FD7FD8}"/>
              </a:ext>
            </a:extLst>
          </p:cNvPr>
          <p:cNvSpPr/>
          <p:nvPr/>
        </p:nvSpPr>
        <p:spPr>
          <a:xfrm>
            <a:off x="4292018" y="4922051"/>
            <a:ext cx="3584814" cy="1009747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EE7FE96-E434-9F74-A8AF-38A5C50333F0}"/>
              </a:ext>
            </a:extLst>
          </p:cNvPr>
          <p:cNvGrpSpPr/>
          <p:nvPr/>
        </p:nvGrpSpPr>
        <p:grpSpPr>
          <a:xfrm>
            <a:off x="5955958" y="5018874"/>
            <a:ext cx="280085" cy="294279"/>
            <a:chOff x="5683031" y="3726241"/>
            <a:chExt cx="600387" cy="630814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51CD9A6-C943-BD4E-506D-264F0B76003E}"/>
                </a:ext>
              </a:extLst>
            </p:cNvPr>
            <p:cNvSpPr/>
            <p:nvPr/>
          </p:nvSpPr>
          <p:spPr>
            <a:xfrm>
              <a:off x="5683031" y="3726241"/>
              <a:ext cx="600387" cy="630814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35" name="Graphic 34" descr="Document with solid fill">
              <a:extLst>
                <a:ext uri="{FF2B5EF4-FFF2-40B4-BE49-F238E27FC236}">
                  <a16:creationId xmlns:a16="http://schemas.microsoft.com/office/drawing/2014/main" id="{49247137-7DF3-7C73-4008-1B595973FA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25147" y="3783571"/>
              <a:ext cx="516155" cy="516155"/>
            </a:xfrm>
            <a:prstGeom prst="rect">
              <a:avLst/>
            </a:prstGeom>
          </p:spPr>
        </p:pic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9FD4A0A-AACF-4F8D-D4FF-E0C8CD51EF03}"/>
              </a:ext>
            </a:extLst>
          </p:cNvPr>
          <p:cNvSpPr/>
          <p:nvPr/>
        </p:nvSpPr>
        <p:spPr>
          <a:xfrm>
            <a:off x="4292018" y="6057407"/>
            <a:ext cx="3584814" cy="426575"/>
          </a:xfrm>
          <a:prstGeom prst="roundRect">
            <a:avLst>
              <a:gd name="adj" fmla="val 27960"/>
            </a:avLst>
          </a:prstGeom>
          <a:gradFill flip="none" rotWithShape="1">
            <a:gsLst>
              <a:gs pos="100000">
                <a:srgbClr val="8631C5"/>
              </a:gs>
              <a:gs pos="41000">
                <a:srgbClr val="2F8FF9"/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Upload Resources</a:t>
            </a:r>
            <a:endParaRPr lang="en-IN" sz="140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98FB044-28FC-DE44-7E0F-C59AA560A75F}"/>
              </a:ext>
            </a:extLst>
          </p:cNvPr>
          <p:cNvSpPr/>
          <p:nvPr/>
        </p:nvSpPr>
        <p:spPr>
          <a:xfrm>
            <a:off x="670994" y="2727746"/>
            <a:ext cx="2538686" cy="798314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Click New Upload (+): Start the upload process.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6E6D047-4F1E-281D-2FC4-CDF876B77CBE}"/>
              </a:ext>
            </a:extLst>
          </p:cNvPr>
          <p:cNvSpPr/>
          <p:nvPr/>
        </p:nvSpPr>
        <p:spPr>
          <a:xfrm>
            <a:off x="670994" y="3807499"/>
            <a:ext cx="2538686" cy="798314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Enter Details</a:t>
            </a:r>
            <a:r>
              <a:rPr lang="en-US" sz="1400" dirty="0">
                <a:solidFill>
                  <a:schemeClr val="bg1"/>
                </a:solidFill>
              </a:rPr>
              <a:t>: Fill in title, subject, and description correctly.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5963DD1-AEC5-B38C-3672-80BC5358AF89}"/>
              </a:ext>
            </a:extLst>
          </p:cNvPr>
          <p:cNvSpPr/>
          <p:nvPr/>
        </p:nvSpPr>
        <p:spPr>
          <a:xfrm>
            <a:off x="670994" y="4887252"/>
            <a:ext cx="2538686" cy="798314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Select File: Choose the correct file from your device.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B50ED46-D13C-27FA-7119-B6C8D5320A97}"/>
              </a:ext>
            </a:extLst>
          </p:cNvPr>
          <p:cNvSpPr/>
          <p:nvPr/>
        </p:nvSpPr>
        <p:spPr>
          <a:xfrm>
            <a:off x="8959170" y="2730811"/>
            <a:ext cx="2538686" cy="798314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Check Information: Review all details for accuracy.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491BEA4-C8F4-255D-0202-A0FD77259CCB}"/>
              </a:ext>
            </a:extLst>
          </p:cNvPr>
          <p:cNvSpPr/>
          <p:nvPr/>
        </p:nvSpPr>
        <p:spPr>
          <a:xfrm>
            <a:off x="8959170" y="3810564"/>
            <a:ext cx="2538686" cy="798314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Upload File: Click upload to submit the resource.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C233C9F-F4AE-4313-1A6A-C1E5E26B4D79}"/>
              </a:ext>
            </a:extLst>
          </p:cNvPr>
          <p:cNvSpPr/>
          <p:nvPr/>
        </p:nvSpPr>
        <p:spPr>
          <a:xfrm>
            <a:off x="8959170" y="4890317"/>
            <a:ext cx="2538686" cy="798314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Confirm Submission: Ensure the file is successfully sent to the teacher.</a:t>
            </a:r>
            <a:endParaRPr lang="en-I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177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BCE03-8522-A17B-6A45-DCBC0827A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FA8BC8A2-50A0-FD08-1BB2-9B368AB16011}"/>
              </a:ext>
            </a:extLst>
          </p:cNvPr>
          <p:cNvSpPr/>
          <p:nvPr/>
        </p:nvSpPr>
        <p:spPr>
          <a:xfrm>
            <a:off x="-3975018" y="2480608"/>
            <a:ext cx="2129915" cy="270473"/>
          </a:xfrm>
          <a:prstGeom prst="roundRect">
            <a:avLst>
              <a:gd name="adj" fmla="val 40614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Profile: Computer  </a:t>
            </a:r>
            <a:r>
              <a:rPr lang="en-IN" sz="1100" b="1" dirty="0"/>
              <a:t>Year 1  Sem 1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50FEA4E9-9062-893D-D87D-2D31BAF094EB}"/>
              </a:ext>
            </a:extLst>
          </p:cNvPr>
          <p:cNvSpPr/>
          <p:nvPr/>
        </p:nvSpPr>
        <p:spPr>
          <a:xfrm>
            <a:off x="15761364" y="312346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LAB MANUALS</a:t>
            </a:r>
          </a:p>
          <a:p>
            <a:r>
              <a:rPr lang="en-US" sz="2000" b="1" dirty="0"/>
              <a:t>5</a:t>
            </a:r>
            <a:endParaRPr lang="en-IN" sz="2000" b="1" dirty="0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C155A330-3BD6-7BFD-D458-56FCF4F6E677}"/>
              </a:ext>
            </a:extLst>
          </p:cNvPr>
          <p:cNvSpPr/>
          <p:nvPr/>
        </p:nvSpPr>
        <p:spPr>
          <a:xfrm>
            <a:off x="22276784" y="312346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MICROPROJECTS</a:t>
            </a:r>
          </a:p>
          <a:p>
            <a:r>
              <a:rPr lang="en-US" sz="2000" b="1" dirty="0"/>
              <a:t>0</a:t>
            </a:r>
            <a:endParaRPr lang="en-IN" sz="2000" b="1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C312E6CA-3C85-FB59-219E-5B90BA75FD6C}"/>
              </a:ext>
            </a:extLst>
          </p:cNvPr>
          <p:cNvSpPr/>
          <p:nvPr/>
        </p:nvSpPr>
        <p:spPr>
          <a:xfrm>
            <a:off x="20655990" y="312346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PYQS</a:t>
            </a:r>
          </a:p>
          <a:p>
            <a:r>
              <a:rPr lang="en-US" sz="2000" b="1" dirty="0"/>
              <a:t>0</a:t>
            </a:r>
            <a:endParaRPr lang="en-IN" sz="1000" b="1" dirty="0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1EF7FD32-72EC-A789-9A07-AE527172A73E}"/>
              </a:ext>
            </a:extLst>
          </p:cNvPr>
          <p:cNvSpPr/>
          <p:nvPr/>
        </p:nvSpPr>
        <p:spPr>
          <a:xfrm>
            <a:off x="19020747" y="312346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ASSIGNMENT</a:t>
            </a:r>
          </a:p>
          <a:p>
            <a:r>
              <a:rPr lang="en-US" sz="2000" b="1" dirty="0"/>
              <a:t>0</a:t>
            </a:r>
            <a:endParaRPr lang="en-IN" sz="2000" b="1" dirty="0"/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0184A4D5-D436-E1AD-091B-EA26DD2C8555}"/>
              </a:ext>
            </a:extLst>
          </p:cNvPr>
          <p:cNvSpPr/>
          <p:nvPr/>
        </p:nvSpPr>
        <p:spPr>
          <a:xfrm>
            <a:off x="12515176" y="312346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TOTAL</a:t>
            </a:r>
            <a:endParaRPr lang="en-US" sz="700" b="1" dirty="0"/>
          </a:p>
          <a:p>
            <a:r>
              <a:rPr lang="en-US" sz="2000" b="1" dirty="0"/>
              <a:t>12</a:t>
            </a:r>
            <a:endParaRPr lang="en-IN" sz="2000" b="1" dirty="0"/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4D99E62B-A65B-F2AF-8F2E-10752FA84C57}"/>
              </a:ext>
            </a:extLst>
          </p:cNvPr>
          <p:cNvSpPr/>
          <p:nvPr/>
        </p:nvSpPr>
        <p:spPr>
          <a:xfrm>
            <a:off x="14137224" y="312346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SYLLABUS</a:t>
            </a:r>
          </a:p>
          <a:p>
            <a:r>
              <a:rPr lang="en-US" sz="2000" b="1" dirty="0"/>
              <a:t>7</a:t>
            </a:r>
            <a:endParaRPr lang="en-IN" sz="2000" b="1" dirty="0"/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C1C03F47-E93E-1BF0-9DDA-2C29E72403C2}"/>
              </a:ext>
            </a:extLst>
          </p:cNvPr>
          <p:cNvSpPr/>
          <p:nvPr/>
        </p:nvSpPr>
        <p:spPr>
          <a:xfrm>
            <a:off x="17385504" y="312346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TEXTBOOK</a:t>
            </a:r>
          </a:p>
          <a:p>
            <a:r>
              <a:rPr lang="en-US" sz="2000" b="1" dirty="0"/>
              <a:t>0</a:t>
            </a:r>
            <a:endParaRPr lang="en-IN" sz="2000" b="1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69D6B00-3F22-269B-2291-A798DA2CB4E3}"/>
              </a:ext>
            </a:extLst>
          </p:cNvPr>
          <p:cNvGrpSpPr/>
          <p:nvPr/>
        </p:nvGrpSpPr>
        <p:grpSpPr>
          <a:xfrm>
            <a:off x="1152844" y="1114925"/>
            <a:ext cx="3927273" cy="360000"/>
            <a:chOff x="3506036" y="313354"/>
            <a:chExt cx="4320000" cy="3600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23657A7-1D97-AE5B-758A-D964D6B4A732}"/>
                </a:ext>
              </a:extLst>
            </p:cNvPr>
            <p:cNvSpPr/>
            <p:nvPr/>
          </p:nvSpPr>
          <p:spPr>
            <a:xfrm>
              <a:off x="3506036" y="313354"/>
              <a:ext cx="4320000" cy="360000"/>
            </a:xfrm>
            <a:prstGeom prst="roundRect">
              <a:avLst>
                <a:gd name="adj" fmla="val 50000"/>
              </a:avLst>
            </a:prstGeom>
            <a:solidFill>
              <a:srgbClr val="425166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</a:rPr>
                <a:t>Search resources, subject, teacher..   </a:t>
              </a:r>
              <a:endParaRPr lang="en-IN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13" name="Graphic 12" descr="Magnifying glass with solid fill">
              <a:extLst>
                <a:ext uri="{FF2B5EF4-FFF2-40B4-BE49-F238E27FC236}">
                  <a16:creationId xmlns:a16="http://schemas.microsoft.com/office/drawing/2014/main" id="{A23F81B1-1037-529C-2551-E4626FE5E0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05241" y="360619"/>
              <a:ext cx="291356" cy="291357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81E19F9-BCF3-4C90-A690-855E7AD2566F}"/>
              </a:ext>
            </a:extLst>
          </p:cNvPr>
          <p:cNvSpPr txBox="1"/>
          <p:nvPr/>
        </p:nvSpPr>
        <p:spPr>
          <a:xfrm>
            <a:off x="6170230" y="657408"/>
            <a:ext cx="5902826" cy="127503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Search bar is available for both teachers and students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Helps find resources instantly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Users can search by subject, title, or teacher name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Reduces time to locate study materials</a:t>
            </a:r>
            <a:endParaRPr lang="en-IN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D94EC73-1057-8A4B-8B3F-F5040CDCD106}"/>
              </a:ext>
            </a:extLst>
          </p:cNvPr>
          <p:cNvGrpSpPr/>
          <p:nvPr/>
        </p:nvGrpSpPr>
        <p:grpSpPr>
          <a:xfrm>
            <a:off x="7773505" y="2857411"/>
            <a:ext cx="2742574" cy="540946"/>
            <a:chOff x="7682553" y="1981062"/>
            <a:chExt cx="2742574" cy="54094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A5BE42B-9A88-269F-4205-B8FE62EC6C9E}"/>
                </a:ext>
              </a:extLst>
            </p:cNvPr>
            <p:cNvGrpSpPr/>
            <p:nvPr/>
          </p:nvGrpSpPr>
          <p:grpSpPr>
            <a:xfrm>
              <a:off x="9884181" y="1981062"/>
              <a:ext cx="540946" cy="540946"/>
              <a:chOff x="3168007" y="1870684"/>
              <a:chExt cx="540946" cy="540946"/>
            </a:xfrm>
            <a:solidFill>
              <a:srgbClr val="2D60EF">
                <a:alpha val="50000"/>
              </a:srgbClr>
            </a:solidFill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3ED5A5D-9661-D316-2507-642C63A2A19F}"/>
                  </a:ext>
                </a:extLst>
              </p:cNvPr>
              <p:cNvSpPr/>
              <p:nvPr/>
            </p:nvSpPr>
            <p:spPr>
              <a:xfrm>
                <a:off x="3168007" y="1870684"/>
                <a:ext cx="540946" cy="540946"/>
              </a:xfrm>
              <a:prstGeom prst="ellipse">
                <a:avLst/>
              </a:prstGeom>
              <a:grpFill/>
              <a:ln w="19050">
                <a:solidFill>
                  <a:srgbClr val="2D60E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17" name="Graphic 14" descr="User with solid fill">
                <a:extLst>
                  <a:ext uri="{FF2B5EF4-FFF2-40B4-BE49-F238E27FC236}">
                    <a16:creationId xmlns:a16="http://schemas.microsoft.com/office/drawing/2014/main" id="{3F1EB723-0BB4-11D0-34CE-ED3896435319}"/>
                  </a:ext>
                </a:extLst>
              </p:cNvPr>
              <p:cNvGrpSpPr/>
              <p:nvPr/>
            </p:nvGrpSpPr>
            <p:grpSpPr>
              <a:xfrm>
                <a:off x="3282070" y="1974971"/>
                <a:ext cx="312821" cy="332372"/>
                <a:chOff x="3266428" y="1958352"/>
                <a:chExt cx="344103" cy="365609"/>
              </a:xfrm>
              <a:grpFill/>
            </p:grpSpPr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6448729F-20D7-5FFE-F58D-C78D7ECA8E59}"/>
                    </a:ext>
                  </a:extLst>
                </p:cNvPr>
                <p:cNvSpPr/>
                <p:nvPr/>
              </p:nvSpPr>
              <p:spPr>
                <a:xfrm>
                  <a:off x="3352454" y="1958352"/>
                  <a:ext cx="172051" cy="172051"/>
                </a:xfrm>
                <a:custGeom>
                  <a:avLst/>
                  <a:gdLst>
                    <a:gd name="csX0" fmla="*/ 172052 w 172051"/>
                    <a:gd name="csY0" fmla="*/ 86026 h 172051"/>
                    <a:gd name="csX1" fmla="*/ 86026 w 172051"/>
                    <a:gd name="csY1" fmla="*/ 172052 h 172051"/>
                    <a:gd name="csX2" fmla="*/ 0 w 172051"/>
                    <a:gd name="csY2" fmla="*/ 86026 h 172051"/>
                    <a:gd name="csX3" fmla="*/ 86026 w 172051"/>
                    <a:gd name="csY3" fmla="*/ 0 h 172051"/>
                    <a:gd name="csX4" fmla="*/ 172052 w 172051"/>
                    <a:gd name="csY4" fmla="*/ 86026 h 1720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72051" h="172051">
                      <a:moveTo>
                        <a:pt x="172052" y="86026"/>
                      </a:moveTo>
                      <a:cubicBezTo>
                        <a:pt x="172052" y="133537"/>
                        <a:pt x="133537" y="172052"/>
                        <a:pt x="86026" y="172052"/>
                      </a:cubicBezTo>
                      <a:cubicBezTo>
                        <a:pt x="38515" y="172052"/>
                        <a:pt x="0" y="133537"/>
                        <a:pt x="0" y="86026"/>
                      </a:cubicBezTo>
                      <a:cubicBezTo>
                        <a:pt x="0" y="38515"/>
                        <a:pt x="38515" y="0"/>
                        <a:pt x="86026" y="0"/>
                      </a:cubicBezTo>
                      <a:cubicBezTo>
                        <a:pt x="133537" y="0"/>
                        <a:pt x="172052" y="38515"/>
                        <a:pt x="172052" y="86026"/>
                      </a:cubicBezTo>
                      <a:close/>
                    </a:path>
                  </a:pathLst>
                </a:custGeom>
                <a:grpFill/>
                <a:ln w="19050">
                  <a:solidFill>
                    <a:srgbClr val="2D60E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IN" sz="2800" dirty="0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E4897A2C-9133-CA7C-B1CF-6B82A6DA46B7}"/>
                    </a:ext>
                  </a:extLst>
                </p:cNvPr>
                <p:cNvSpPr/>
                <p:nvPr/>
              </p:nvSpPr>
              <p:spPr>
                <a:xfrm>
                  <a:off x="3266428" y="2151910"/>
                  <a:ext cx="344103" cy="172051"/>
                </a:xfrm>
                <a:custGeom>
                  <a:avLst/>
                  <a:gdLst>
                    <a:gd name="csX0" fmla="*/ 344103 w 344103"/>
                    <a:gd name="csY0" fmla="*/ 172052 h 172051"/>
                    <a:gd name="csX1" fmla="*/ 344103 w 344103"/>
                    <a:gd name="csY1" fmla="*/ 86026 h 172051"/>
                    <a:gd name="csX2" fmla="*/ 326898 w 344103"/>
                    <a:gd name="csY2" fmla="*/ 51615 h 172051"/>
                    <a:gd name="csX3" fmla="*/ 243023 w 344103"/>
                    <a:gd name="csY3" fmla="*/ 10753 h 172051"/>
                    <a:gd name="csX4" fmla="*/ 172052 w 344103"/>
                    <a:gd name="csY4" fmla="*/ 0 h 172051"/>
                    <a:gd name="csX5" fmla="*/ 101080 w 344103"/>
                    <a:gd name="csY5" fmla="*/ 10753 h 172051"/>
                    <a:gd name="csX6" fmla="*/ 17205 w 344103"/>
                    <a:gd name="csY6" fmla="*/ 51615 h 172051"/>
                    <a:gd name="csX7" fmla="*/ 0 w 344103"/>
                    <a:gd name="csY7" fmla="*/ 86026 h 172051"/>
                    <a:gd name="csX8" fmla="*/ 0 w 344103"/>
                    <a:gd name="csY8" fmla="*/ 172052 h 172051"/>
                    <a:gd name="csX9" fmla="*/ 344103 w 344103"/>
                    <a:gd name="csY9" fmla="*/ 172052 h 1720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344103" h="172051">
                      <a:moveTo>
                        <a:pt x="344103" y="172052"/>
                      </a:moveTo>
                      <a:lnTo>
                        <a:pt x="344103" y="86026"/>
                      </a:lnTo>
                      <a:cubicBezTo>
                        <a:pt x="344103" y="73122"/>
                        <a:pt x="337651" y="60218"/>
                        <a:pt x="326898" y="51615"/>
                      </a:cubicBezTo>
                      <a:cubicBezTo>
                        <a:pt x="303241" y="32260"/>
                        <a:pt x="273132" y="19356"/>
                        <a:pt x="243023" y="10753"/>
                      </a:cubicBezTo>
                      <a:cubicBezTo>
                        <a:pt x="221517" y="4301"/>
                        <a:pt x="197859" y="0"/>
                        <a:pt x="172052" y="0"/>
                      </a:cubicBezTo>
                      <a:cubicBezTo>
                        <a:pt x="148395" y="0"/>
                        <a:pt x="124737" y="4301"/>
                        <a:pt x="101080" y="10753"/>
                      </a:cubicBezTo>
                      <a:cubicBezTo>
                        <a:pt x="70971" y="19356"/>
                        <a:pt x="40862" y="34410"/>
                        <a:pt x="17205" y="51615"/>
                      </a:cubicBezTo>
                      <a:cubicBezTo>
                        <a:pt x="6452" y="60218"/>
                        <a:pt x="0" y="73122"/>
                        <a:pt x="0" y="86026"/>
                      </a:cubicBezTo>
                      <a:lnTo>
                        <a:pt x="0" y="172052"/>
                      </a:lnTo>
                      <a:lnTo>
                        <a:pt x="344103" y="172052"/>
                      </a:lnTo>
                      <a:close/>
                    </a:path>
                  </a:pathLst>
                </a:custGeom>
                <a:grpFill/>
                <a:ln w="19050">
                  <a:solidFill>
                    <a:srgbClr val="2D60E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IN" sz="2800" dirty="0"/>
                </a:p>
              </p:txBody>
            </p:sp>
          </p:grp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6706E1A-1D48-3D0E-6FE6-819B7C26D51A}"/>
                </a:ext>
              </a:extLst>
            </p:cNvPr>
            <p:cNvSpPr txBox="1"/>
            <p:nvPr/>
          </p:nvSpPr>
          <p:spPr>
            <a:xfrm>
              <a:off x="7682553" y="2104168"/>
              <a:ext cx="2201628" cy="4062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Bhargav Kothekar</a:t>
              </a:r>
              <a:endParaRPr lang="en-IN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06409197-7792-3EAC-F88C-FB9A56EA410F}"/>
              </a:ext>
            </a:extLst>
          </p:cNvPr>
          <p:cNvSpPr txBox="1"/>
          <p:nvPr/>
        </p:nvSpPr>
        <p:spPr>
          <a:xfrm>
            <a:off x="677296" y="2536667"/>
            <a:ext cx="4878368" cy="127503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285750" indent="-285750" algn="just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Displays logged-in user name and email</a:t>
            </a:r>
          </a:p>
          <a:p>
            <a:r>
              <a:rPr lang="en-US" dirty="0"/>
              <a:t>Provides quick access to the dashboard</a:t>
            </a:r>
          </a:p>
          <a:p>
            <a:r>
              <a:rPr lang="en-US" dirty="0"/>
              <a:t>Shows that the user is currently logged in</a:t>
            </a:r>
          </a:p>
          <a:p>
            <a:r>
              <a:rPr lang="en-US" dirty="0"/>
              <a:t>Allows user to securely sign out</a:t>
            </a:r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1D8BA1-5A4B-9012-515D-E5E3455AA3CC}"/>
              </a:ext>
            </a:extLst>
          </p:cNvPr>
          <p:cNvGrpSpPr/>
          <p:nvPr/>
        </p:nvGrpSpPr>
        <p:grpSpPr>
          <a:xfrm>
            <a:off x="960260" y="4873444"/>
            <a:ext cx="4312441" cy="670824"/>
            <a:chOff x="8383040" y="1085445"/>
            <a:chExt cx="3240001" cy="5040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EFDDAC7-7D34-56D9-ADD4-1C9477A99477}"/>
                </a:ext>
              </a:extLst>
            </p:cNvPr>
            <p:cNvSpPr/>
            <p:nvPr/>
          </p:nvSpPr>
          <p:spPr>
            <a:xfrm>
              <a:off x="8383040" y="1085445"/>
              <a:ext cx="3240001" cy="504000"/>
            </a:xfrm>
            <a:prstGeom prst="roundRect">
              <a:avLst/>
            </a:prstGeom>
            <a:solidFill>
              <a:srgbClr val="425166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2515E29-302B-A621-55B9-EC30DCD34DA8}"/>
                </a:ext>
              </a:extLst>
            </p:cNvPr>
            <p:cNvSpPr/>
            <p:nvPr/>
          </p:nvSpPr>
          <p:spPr>
            <a:xfrm>
              <a:off x="8438600" y="1178560"/>
              <a:ext cx="990000" cy="288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Browse</a:t>
              </a:r>
              <a:endParaRPr lang="en-IN" sz="16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22431E3-D248-E754-F1BC-47D12FD07F88}"/>
                </a:ext>
              </a:extLst>
            </p:cNvPr>
            <p:cNvSpPr/>
            <p:nvPr/>
          </p:nvSpPr>
          <p:spPr>
            <a:xfrm>
              <a:off x="9508040" y="1178560"/>
              <a:ext cx="990000" cy="288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My Uploads</a:t>
              </a:r>
              <a:endParaRPr lang="en-IN" sz="16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D69259A-0147-29B2-3896-EFD42B958DA1}"/>
                </a:ext>
              </a:extLst>
            </p:cNvPr>
            <p:cNvSpPr/>
            <p:nvPr/>
          </p:nvSpPr>
          <p:spPr>
            <a:xfrm>
              <a:off x="10577480" y="1178560"/>
              <a:ext cx="990000" cy="288000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New Upload</a:t>
              </a:r>
              <a:endParaRPr lang="en-IN" sz="1600" dirty="0"/>
            </a:p>
          </p:txBody>
        </p:sp>
      </p:grpSp>
      <p:sp>
        <p:nvSpPr>
          <p:cNvPr id="29" name="Rectangle 1">
            <a:extLst>
              <a:ext uri="{FF2B5EF4-FFF2-40B4-BE49-F238E27FC236}">
                <a16:creationId xmlns:a16="http://schemas.microsoft.com/office/drawing/2014/main" id="{BE62B553-FE24-6CB7-446A-50607E6F4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525" y="4549831"/>
            <a:ext cx="5854237" cy="1318051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Browse: Search and explore files easily.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My Uploads: View and manage your uploaded files.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New Upload (+): Upload new files from your device.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Navigation Bar: Quickly access all options.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16C1710-9157-56A9-0265-9B81E3AFDC41}"/>
              </a:ext>
            </a:extLst>
          </p:cNvPr>
          <p:cNvCxnSpPr>
            <a:cxnSpLocks/>
            <a:stCxn id="6" idx="3"/>
            <a:endCxn id="25" idx="1"/>
          </p:cNvCxnSpPr>
          <p:nvPr/>
        </p:nvCxnSpPr>
        <p:spPr>
          <a:xfrm>
            <a:off x="5080117" y="1294925"/>
            <a:ext cx="1090113" cy="0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DC577CC-F72A-732C-BCDF-B06E5D2C535F}"/>
              </a:ext>
            </a:extLst>
          </p:cNvPr>
          <p:cNvCxnSpPr>
            <a:cxnSpLocks/>
            <a:stCxn id="21" idx="1"/>
            <a:endCxn id="28" idx="3"/>
          </p:cNvCxnSpPr>
          <p:nvPr/>
        </p:nvCxnSpPr>
        <p:spPr>
          <a:xfrm flipH="1" flipV="1">
            <a:off x="5555664" y="3174184"/>
            <a:ext cx="2217841" cy="9466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D35D6ED-905C-2BAE-8721-3286B268455A}"/>
              </a:ext>
            </a:extLst>
          </p:cNvPr>
          <p:cNvCxnSpPr>
            <a:cxnSpLocks/>
            <a:stCxn id="7" idx="3"/>
            <a:endCxn id="29" idx="1"/>
          </p:cNvCxnSpPr>
          <p:nvPr/>
        </p:nvCxnSpPr>
        <p:spPr>
          <a:xfrm>
            <a:off x="5272701" y="5208856"/>
            <a:ext cx="921824" cy="1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255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3992-EEB0-41C8-2E3F-C948F1BE8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BCF4499-B663-935D-BD54-850E3B9B83A2}"/>
              </a:ext>
            </a:extLst>
          </p:cNvPr>
          <p:cNvSpPr/>
          <p:nvPr/>
        </p:nvSpPr>
        <p:spPr>
          <a:xfrm>
            <a:off x="6645044" y="4521983"/>
            <a:ext cx="4169190" cy="1541472"/>
          </a:xfrm>
          <a:prstGeom prst="roundRect">
            <a:avLst/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000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E2D169-196F-955A-2AB8-7F4CE55FFFB6}"/>
              </a:ext>
            </a:extLst>
          </p:cNvPr>
          <p:cNvGrpSpPr/>
          <p:nvPr/>
        </p:nvGrpSpPr>
        <p:grpSpPr>
          <a:xfrm>
            <a:off x="351225" y="313672"/>
            <a:ext cx="362575" cy="380174"/>
            <a:chOff x="1913993" y="927159"/>
            <a:chExt cx="583929" cy="61227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20FB17A-73AA-F4B7-4157-6A490B45C76F}"/>
                </a:ext>
              </a:extLst>
            </p:cNvPr>
            <p:cNvSpPr/>
            <p:nvPr/>
          </p:nvSpPr>
          <p:spPr>
            <a:xfrm>
              <a:off x="1913993" y="927159"/>
              <a:ext cx="583929" cy="612273"/>
            </a:xfrm>
            <a:prstGeom prst="roundRect">
              <a:avLst>
                <a:gd name="adj" fmla="val 3252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000" algn="ctr"/>
              <a:endParaRPr lang="en-IN" sz="1200" b="1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CA8AA7E-54E6-0D03-9935-0345BD1C1027}"/>
                </a:ext>
              </a:extLst>
            </p:cNvPr>
            <p:cNvSpPr txBox="1"/>
            <p:nvPr/>
          </p:nvSpPr>
          <p:spPr>
            <a:xfrm>
              <a:off x="1955608" y="971685"/>
              <a:ext cx="500696" cy="5452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C</a:t>
              </a:r>
              <a:endParaRPr lang="en-IN" sz="1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646A68D-6C4B-A351-6757-C6548136AC87}"/>
              </a:ext>
            </a:extLst>
          </p:cNvPr>
          <p:cNvGrpSpPr/>
          <p:nvPr/>
        </p:nvGrpSpPr>
        <p:grpSpPr>
          <a:xfrm>
            <a:off x="4473160" y="368522"/>
            <a:ext cx="3245680" cy="270474"/>
            <a:chOff x="3506036" y="313354"/>
            <a:chExt cx="4320000" cy="3600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4ACED3C-5F99-77C2-1845-840436063D8D}"/>
                </a:ext>
              </a:extLst>
            </p:cNvPr>
            <p:cNvSpPr/>
            <p:nvPr/>
          </p:nvSpPr>
          <p:spPr>
            <a:xfrm>
              <a:off x="3506036" y="313354"/>
              <a:ext cx="4320000" cy="360000"/>
            </a:xfrm>
            <a:prstGeom prst="roundRect">
              <a:avLst>
                <a:gd name="adj" fmla="val 50000"/>
              </a:avLst>
            </a:prstGeom>
            <a:solidFill>
              <a:srgbClr val="425166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Search resources, subject, teacher..   </a:t>
              </a:r>
              <a:endParaRPr lang="en-I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13" name="Graphic 12" descr="Magnifying glass with solid fill">
              <a:extLst>
                <a:ext uri="{FF2B5EF4-FFF2-40B4-BE49-F238E27FC236}">
                  <a16:creationId xmlns:a16="http://schemas.microsoft.com/office/drawing/2014/main" id="{C0C79BCE-E3B5-176B-6D86-D46D78A5C6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05241" y="360619"/>
              <a:ext cx="291356" cy="291357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189D0EA-3267-17A3-21FD-38017BC3D272}"/>
              </a:ext>
            </a:extLst>
          </p:cNvPr>
          <p:cNvGrpSpPr/>
          <p:nvPr/>
        </p:nvGrpSpPr>
        <p:grpSpPr>
          <a:xfrm>
            <a:off x="11275193" y="351084"/>
            <a:ext cx="305350" cy="305350"/>
            <a:chOff x="3168007" y="1870684"/>
            <a:chExt cx="540946" cy="540946"/>
          </a:xfrm>
          <a:solidFill>
            <a:srgbClr val="2D60EF">
              <a:alpha val="50000"/>
            </a:srgbClr>
          </a:soli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E1132EB-FD86-DB3B-AEC9-F515746F9E94}"/>
                </a:ext>
              </a:extLst>
            </p:cNvPr>
            <p:cNvSpPr/>
            <p:nvPr/>
          </p:nvSpPr>
          <p:spPr>
            <a:xfrm>
              <a:off x="3168007" y="1870684"/>
              <a:ext cx="540946" cy="540946"/>
            </a:xfrm>
            <a:prstGeom prst="ellipse">
              <a:avLst/>
            </a:prstGeom>
            <a:grpFill/>
            <a:ln w="19050">
              <a:solidFill>
                <a:srgbClr val="2D60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  <p:grpSp>
          <p:nvGrpSpPr>
            <p:cNvPr id="17" name="Graphic 14" descr="User with solid fill">
              <a:extLst>
                <a:ext uri="{FF2B5EF4-FFF2-40B4-BE49-F238E27FC236}">
                  <a16:creationId xmlns:a16="http://schemas.microsoft.com/office/drawing/2014/main" id="{C93FAF5A-F599-2253-454B-CAB4D74414FF}"/>
                </a:ext>
              </a:extLst>
            </p:cNvPr>
            <p:cNvGrpSpPr/>
            <p:nvPr/>
          </p:nvGrpSpPr>
          <p:grpSpPr>
            <a:xfrm>
              <a:off x="3282070" y="1974971"/>
              <a:ext cx="312821" cy="332372"/>
              <a:chOff x="3266428" y="1958352"/>
              <a:chExt cx="344103" cy="365609"/>
            </a:xfrm>
            <a:grpFill/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87C3F6F-A8D7-9997-B19E-460871E94C65}"/>
                  </a:ext>
                </a:extLst>
              </p:cNvPr>
              <p:cNvSpPr/>
              <p:nvPr/>
            </p:nvSpPr>
            <p:spPr>
              <a:xfrm>
                <a:off x="3352454" y="1958352"/>
                <a:ext cx="172051" cy="172051"/>
              </a:xfrm>
              <a:custGeom>
                <a:avLst/>
                <a:gdLst>
                  <a:gd name="csX0" fmla="*/ 172052 w 172051"/>
                  <a:gd name="csY0" fmla="*/ 86026 h 172051"/>
                  <a:gd name="csX1" fmla="*/ 86026 w 172051"/>
                  <a:gd name="csY1" fmla="*/ 172052 h 172051"/>
                  <a:gd name="csX2" fmla="*/ 0 w 172051"/>
                  <a:gd name="csY2" fmla="*/ 86026 h 172051"/>
                  <a:gd name="csX3" fmla="*/ 86026 w 172051"/>
                  <a:gd name="csY3" fmla="*/ 0 h 172051"/>
                  <a:gd name="csX4" fmla="*/ 172052 w 172051"/>
                  <a:gd name="csY4" fmla="*/ 86026 h 1720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72051" h="172051">
                    <a:moveTo>
                      <a:pt x="172052" y="86026"/>
                    </a:moveTo>
                    <a:cubicBezTo>
                      <a:pt x="172052" y="133537"/>
                      <a:pt x="133537" y="172052"/>
                      <a:pt x="86026" y="172052"/>
                    </a:cubicBezTo>
                    <a:cubicBezTo>
                      <a:pt x="38515" y="172052"/>
                      <a:pt x="0" y="133537"/>
                      <a:pt x="0" y="86026"/>
                    </a:cubicBezTo>
                    <a:cubicBezTo>
                      <a:pt x="0" y="38515"/>
                      <a:pt x="38515" y="0"/>
                      <a:pt x="86026" y="0"/>
                    </a:cubicBezTo>
                    <a:cubicBezTo>
                      <a:pt x="133537" y="0"/>
                      <a:pt x="172052" y="38515"/>
                      <a:pt x="172052" y="86026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2D60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D8C95EFB-603A-B3F8-E74A-8E0356A72F4C}"/>
                  </a:ext>
                </a:extLst>
              </p:cNvPr>
              <p:cNvSpPr/>
              <p:nvPr/>
            </p:nvSpPr>
            <p:spPr>
              <a:xfrm>
                <a:off x="3266428" y="2151910"/>
                <a:ext cx="344103" cy="172051"/>
              </a:xfrm>
              <a:custGeom>
                <a:avLst/>
                <a:gdLst>
                  <a:gd name="csX0" fmla="*/ 344103 w 344103"/>
                  <a:gd name="csY0" fmla="*/ 172052 h 172051"/>
                  <a:gd name="csX1" fmla="*/ 344103 w 344103"/>
                  <a:gd name="csY1" fmla="*/ 86026 h 172051"/>
                  <a:gd name="csX2" fmla="*/ 326898 w 344103"/>
                  <a:gd name="csY2" fmla="*/ 51615 h 172051"/>
                  <a:gd name="csX3" fmla="*/ 243023 w 344103"/>
                  <a:gd name="csY3" fmla="*/ 10753 h 172051"/>
                  <a:gd name="csX4" fmla="*/ 172052 w 344103"/>
                  <a:gd name="csY4" fmla="*/ 0 h 172051"/>
                  <a:gd name="csX5" fmla="*/ 101080 w 344103"/>
                  <a:gd name="csY5" fmla="*/ 10753 h 172051"/>
                  <a:gd name="csX6" fmla="*/ 17205 w 344103"/>
                  <a:gd name="csY6" fmla="*/ 51615 h 172051"/>
                  <a:gd name="csX7" fmla="*/ 0 w 344103"/>
                  <a:gd name="csY7" fmla="*/ 86026 h 172051"/>
                  <a:gd name="csX8" fmla="*/ 0 w 344103"/>
                  <a:gd name="csY8" fmla="*/ 172052 h 172051"/>
                  <a:gd name="csX9" fmla="*/ 344103 w 344103"/>
                  <a:gd name="csY9" fmla="*/ 172052 h 1720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344103" h="172051">
                    <a:moveTo>
                      <a:pt x="344103" y="172052"/>
                    </a:moveTo>
                    <a:lnTo>
                      <a:pt x="344103" y="86026"/>
                    </a:lnTo>
                    <a:cubicBezTo>
                      <a:pt x="344103" y="73122"/>
                      <a:pt x="337651" y="60218"/>
                      <a:pt x="326898" y="51615"/>
                    </a:cubicBezTo>
                    <a:cubicBezTo>
                      <a:pt x="303241" y="32260"/>
                      <a:pt x="273132" y="19356"/>
                      <a:pt x="243023" y="10753"/>
                    </a:cubicBezTo>
                    <a:cubicBezTo>
                      <a:pt x="221517" y="4301"/>
                      <a:pt x="197859" y="0"/>
                      <a:pt x="172052" y="0"/>
                    </a:cubicBezTo>
                    <a:cubicBezTo>
                      <a:pt x="148395" y="0"/>
                      <a:pt x="124737" y="4301"/>
                      <a:pt x="101080" y="10753"/>
                    </a:cubicBezTo>
                    <a:cubicBezTo>
                      <a:pt x="70971" y="19356"/>
                      <a:pt x="40862" y="34410"/>
                      <a:pt x="17205" y="51615"/>
                    </a:cubicBezTo>
                    <a:cubicBezTo>
                      <a:pt x="6452" y="60218"/>
                      <a:pt x="0" y="73122"/>
                      <a:pt x="0" y="86026"/>
                    </a:cubicBezTo>
                    <a:lnTo>
                      <a:pt x="0" y="172052"/>
                    </a:lnTo>
                    <a:lnTo>
                      <a:pt x="344103" y="172052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2D60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54D92D0-72D9-EF69-76D8-E210210F3A77}"/>
              </a:ext>
            </a:extLst>
          </p:cNvPr>
          <p:cNvSpPr txBox="1"/>
          <p:nvPr/>
        </p:nvSpPr>
        <p:spPr>
          <a:xfrm>
            <a:off x="9903882" y="365260"/>
            <a:ext cx="1357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Sanket Admane</a:t>
            </a:r>
            <a:endParaRPr lang="en-IN" sz="12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7665D7-E0DC-4769-321E-127B659C9079}"/>
              </a:ext>
            </a:extLst>
          </p:cNvPr>
          <p:cNvSpPr txBox="1"/>
          <p:nvPr/>
        </p:nvSpPr>
        <p:spPr>
          <a:xfrm>
            <a:off x="322420" y="1245410"/>
            <a:ext cx="55311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Franklin Gothic Heavy" panose="020B0903020102020204" pitchFamily="34" charset="0"/>
              </a:rPr>
              <a:t>Elevate Your Learning With  </a:t>
            </a:r>
            <a:r>
              <a:rPr lang="en-US" sz="2800" b="1" dirty="0">
                <a:solidFill>
                  <a:srgbClr val="00B0F0"/>
                </a:solidFill>
                <a:latin typeface="Franklin Gothic Heavy" panose="020B0903020102020204" pitchFamily="34" charset="0"/>
              </a:rPr>
              <a:t>Premium Materials</a:t>
            </a:r>
            <a:endParaRPr lang="en-IN" sz="4000" b="1" dirty="0">
              <a:solidFill>
                <a:srgbClr val="00B0F0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3748B9-E003-4352-5419-0032D8C65975}"/>
              </a:ext>
            </a:extLst>
          </p:cNvPr>
          <p:cNvSpPr txBox="1"/>
          <p:nvPr/>
        </p:nvSpPr>
        <p:spPr>
          <a:xfrm>
            <a:off x="625291" y="324024"/>
            <a:ext cx="2374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Franklin Gothic Heavy" panose="020B0903020102020204" pitchFamily="34" charset="0"/>
              </a:rPr>
              <a:t>COLLEGE</a:t>
            </a:r>
            <a:r>
              <a:rPr lang="en-US" b="1" dirty="0">
                <a:solidFill>
                  <a:srgbClr val="00B0F0"/>
                </a:solidFill>
                <a:latin typeface="Franklin Gothic Heavy" panose="020B0903020102020204" pitchFamily="34" charset="0"/>
              </a:rPr>
              <a:t>PORTAL</a:t>
            </a:r>
            <a:endParaRPr lang="en-IN" sz="2800" b="1" dirty="0">
              <a:solidFill>
                <a:srgbClr val="00B0F0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B90F3B-47B6-AC32-6D33-C50B64A90DFF}"/>
              </a:ext>
            </a:extLst>
          </p:cNvPr>
          <p:cNvSpPr txBox="1"/>
          <p:nvPr/>
        </p:nvSpPr>
        <p:spPr>
          <a:xfrm>
            <a:off x="351225" y="2129841"/>
            <a:ext cx="31282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Access curated study materials for </a:t>
            </a:r>
            <a:r>
              <a:rPr lang="en-IN" sz="1200" b="1" dirty="0">
                <a:solidFill>
                  <a:schemeClr val="bg1"/>
                </a:solidFill>
              </a:rPr>
              <a:t>Computer</a:t>
            </a:r>
            <a:r>
              <a:rPr lang="en-IN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8C09CD1-7995-1837-F021-EAFED785BA20}"/>
              </a:ext>
            </a:extLst>
          </p:cNvPr>
          <p:cNvSpPr/>
          <p:nvPr/>
        </p:nvSpPr>
        <p:spPr>
          <a:xfrm>
            <a:off x="377065" y="2480608"/>
            <a:ext cx="2129915" cy="270473"/>
          </a:xfrm>
          <a:prstGeom prst="roundRect">
            <a:avLst>
              <a:gd name="adj" fmla="val 40614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Profile: Computer  </a:t>
            </a:r>
            <a:r>
              <a:rPr lang="en-IN" sz="1100" b="1" dirty="0"/>
              <a:t>Year 1  Sem 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AE9BA2-B68C-BCC7-6EA8-F0CE68EC0AF6}"/>
              </a:ext>
            </a:extLst>
          </p:cNvPr>
          <p:cNvSpPr/>
          <p:nvPr/>
        </p:nvSpPr>
        <p:spPr>
          <a:xfrm>
            <a:off x="2625646" y="2480608"/>
            <a:ext cx="1321370" cy="270473"/>
          </a:xfrm>
          <a:prstGeom prst="roundRect">
            <a:avLst>
              <a:gd name="adj" fmla="val 40614"/>
            </a:avLst>
          </a:prstGeom>
          <a:solidFill>
            <a:srgbClr val="2D60EF">
              <a:alpha val="50000"/>
            </a:srgbClr>
          </a:solidFill>
          <a:ln>
            <a:solidFill>
              <a:srgbClr val="2D6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b="1" dirty="0">
                <a:solidFill>
                  <a:srgbClr val="2D60EF"/>
                </a:solidFill>
              </a:rPr>
              <a:t>Update Profile</a:t>
            </a:r>
            <a:endParaRPr lang="en-IN" sz="1100" b="1" dirty="0">
              <a:solidFill>
                <a:srgbClr val="2D60EF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F39B124-EF7E-0E8E-89AA-41B98923AD00}"/>
              </a:ext>
            </a:extLst>
          </p:cNvPr>
          <p:cNvGrpSpPr/>
          <p:nvPr/>
        </p:nvGrpSpPr>
        <p:grpSpPr>
          <a:xfrm>
            <a:off x="2727490" y="2529663"/>
            <a:ext cx="172362" cy="172362"/>
            <a:chOff x="3168007" y="1870684"/>
            <a:chExt cx="540946" cy="540946"/>
          </a:xfrm>
          <a:solidFill>
            <a:srgbClr val="2D60EF">
              <a:alpha val="50000"/>
            </a:srgbClr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98BB81A-5ED1-97C6-0D60-7367A1E6FC1C}"/>
                </a:ext>
              </a:extLst>
            </p:cNvPr>
            <p:cNvSpPr/>
            <p:nvPr/>
          </p:nvSpPr>
          <p:spPr>
            <a:xfrm>
              <a:off x="3168007" y="1870684"/>
              <a:ext cx="540946" cy="540946"/>
            </a:xfrm>
            <a:prstGeom prst="ellipse">
              <a:avLst/>
            </a:prstGeom>
            <a:grpFill/>
            <a:ln w="9525">
              <a:solidFill>
                <a:srgbClr val="2D60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  <p:grpSp>
          <p:nvGrpSpPr>
            <p:cNvPr id="10" name="Graphic 14" descr="User with solid fill">
              <a:extLst>
                <a:ext uri="{FF2B5EF4-FFF2-40B4-BE49-F238E27FC236}">
                  <a16:creationId xmlns:a16="http://schemas.microsoft.com/office/drawing/2014/main" id="{9224184B-4DB2-779B-698A-CB8BB36C624B}"/>
                </a:ext>
              </a:extLst>
            </p:cNvPr>
            <p:cNvGrpSpPr/>
            <p:nvPr/>
          </p:nvGrpSpPr>
          <p:grpSpPr>
            <a:xfrm>
              <a:off x="3282070" y="1974971"/>
              <a:ext cx="312821" cy="332372"/>
              <a:chOff x="3266428" y="1958352"/>
              <a:chExt cx="344103" cy="365609"/>
            </a:xfrm>
            <a:grpFill/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B384E742-06A2-B3B2-438B-5CB0CFD335C6}"/>
                  </a:ext>
                </a:extLst>
              </p:cNvPr>
              <p:cNvSpPr/>
              <p:nvPr/>
            </p:nvSpPr>
            <p:spPr>
              <a:xfrm>
                <a:off x="3352454" y="1958352"/>
                <a:ext cx="172051" cy="172051"/>
              </a:xfrm>
              <a:custGeom>
                <a:avLst/>
                <a:gdLst>
                  <a:gd name="csX0" fmla="*/ 172052 w 172051"/>
                  <a:gd name="csY0" fmla="*/ 86026 h 172051"/>
                  <a:gd name="csX1" fmla="*/ 86026 w 172051"/>
                  <a:gd name="csY1" fmla="*/ 172052 h 172051"/>
                  <a:gd name="csX2" fmla="*/ 0 w 172051"/>
                  <a:gd name="csY2" fmla="*/ 86026 h 172051"/>
                  <a:gd name="csX3" fmla="*/ 86026 w 172051"/>
                  <a:gd name="csY3" fmla="*/ 0 h 172051"/>
                  <a:gd name="csX4" fmla="*/ 172052 w 172051"/>
                  <a:gd name="csY4" fmla="*/ 86026 h 1720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72051" h="172051">
                    <a:moveTo>
                      <a:pt x="172052" y="86026"/>
                    </a:moveTo>
                    <a:cubicBezTo>
                      <a:pt x="172052" y="133537"/>
                      <a:pt x="133537" y="172052"/>
                      <a:pt x="86026" y="172052"/>
                    </a:cubicBezTo>
                    <a:cubicBezTo>
                      <a:pt x="38515" y="172052"/>
                      <a:pt x="0" y="133537"/>
                      <a:pt x="0" y="86026"/>
                    </a:cubicBezTo>
                    <a:cubicBezTo>
                      <a:pt x="0" y="38515"/>
                      <a:pt x="38515" y="0"/>
                      <a:pt x="86026" y="0"/>
                    </a:cubicBezTo>
                    <a:cubicBezTo>
                      <a:pt x="133537" y="0"/>
                      <a:pt x="172052" y="38515"/>
                      <a:pt x="172052" y="86026"/>
                    </a:cubicBezTo>
                    <a:close/>
                  </a:path>
                </a:pathLst>
              </a:custGeom>
              <a:grpFill/>
              <a:ln w="9525" cap="flat">
                <a:solidFill>
                  <a:srgbClr val="2D60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F807C60A-725B-F4D4-A3BC-5632948E9380}"/>
                  </a:ext>
                </a:extLst>
              </p:cNvPr>
              <p:cNvSpPr/>
              <p:nvPr/>
            </p:nvSpPr>
            <p:spPr>
              <a:xfrm>
                <a:off x="3266428" y="2151910"/>
                <a:ext cx="344103" cy="172051"/>
              </a:xfrm>
              <a:custGeom>
                <a:avLst/>
                <a:gdLst>
                  <a:gd name="csX0" fmla="*/ 344103 w 344103"/>
                  <a:gd name="csY0" fmla="*/ 172052 h 172051"/>
                  <a:gd name="csX1" fmla="*/ 344103 w 344103"/>
                  <a:gd name="csY1" fmla="*/ 86026 h 172051"/>
                  <a:gd name="csX2" fmla="*/ 326898 w 344103"/>
                  <a:gd name="csY2" fmla="*/ 51615 h 172051"/>
                  <a:gd name="csX3" fmla="*/ 243023 w 344103"/>
                  <a:gd name="csY3" fmla="*/ 10753 h 172051"/>
                  <a:gd name="csX4" fmla="*/ 172052 w 344103"/>
                  <a:gd name="csY4" fmla="*/ 0 h 172051"/>
                  <a:gd name="csX5" fmla="*/ 101080 w 344103"/>
                  <a:gd name="csY5" fmla="*/ 10753 h 172051"/>
                  <a:gd name="csX6" fmla="*/ 17205 w 344103"/>
                  <a:gd name="csY6" fmla="*/ 51615 h 172051"/>
                  <a:gd name="csX7" fmla="*/ 0 w 344103"/>
                  <a:gd name="csY7" fmla="*/ 86026 h 172051"/>
                  <a:gd name="csX8" fmla="*/ 0 w 344103"/>
                  <a:gd name="csY8" fmla="*/ 172052 h 172051"/>
                  <a:gd name="csX9" fmla="*/ 344103 w 344103"/>
                  <a:gd name="csY9" fmla="*/ 172052 h 1720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344103" h="172051">
                    <a:moveTo>
                      <a:pt x="344103" y="172052"/>
                    </a:moveTo>
                    <a:lnTo>
                      <a:pt x="344103" y="86026"/>
                    </a:lnTo>
                    <a:cubicBezTo>
                      <a:pt x="344103" y="73122"/>
                      <a:pt x="337651" y="60218"/>
                      <a:pt x="326898" y="51615"/>
                    </a:cubicBezTo>
                    <a:cubicBezTo>
                      <a:pt x="303241" y="32260"/>
                      <a:pt x="273132" y="19356"/>
                      <a:pt x="243023" y="10753"/>
                    </a:cubicBezTo>
                    <a:cubicBezTo>
                      <a:pt x="221517" y="4301"/>
                      <a:pt x="197859" y="0"/>
                      <a:pt x="172052" y="0"/>
                    </a:cubicBezTo>
                    <a:cubicBezTo>
                      <a:pt x="148395" y="0"/>
                      <a:pt x="124737" y="4301"/>
                      <a:pt x="101080" y="10753"/>
                    </a:cubicBezTo>
                    <a:cubicBezTo>
                      <a:pt x="70971" y="19356"/>
                      <a:pt x="40862" y="34410"/>
                      <a:pt x="17205" y="51615"/>
                    </a:cubicBezTo>
                    <a:cubicBezTo>
                      <a:pt x="6452" y="60218"/>
                      <a:pt x="0" y="73122"/>
                      <a:pt x="0" y="86026"/>
                    </a:cubicBezTo>
                    <a:lnTo>
                      <a:pt x="0" y="172052"/>
                    </a:lnTo>
                    <a:lnTo>
                      <a:pt x="344103" y="172052"/>
                    </a:lnTo>
                    <a:close/>
                  </a:path>
                </a:pathLst>
              </a:custGeom>
              <a:grpFill/>
              <a:ln w="9525" cap="flat">
                <a:solidFill>
                  <a:srgbClr val="2D60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D966DEB-4D8B-F4B5-09ED-DC521612B629}"/>
              </a:ext>
            </a:extLst>
          </p:cNvPr>
          <p:cNvSpPr/>
          <p:nvPr/>
        </p:nvSpPr>
        <p:spPr>
          <a:xfrm>
            <a:off x="3615084" y="312346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LAB MANUALS</a:t>
            </a:r>
          </a:p>
          <a:p>
            <a:r>
              <a:rPr lang="en-US" sz="2000" b="1" dirty="0"/>
              <a:t>5</a:t>
            </a:r>
            <a:endParaRPr lang="en-IN" sz="2000" b="1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422EE44-3B83-637D-76E4-119421CEBCAB}"/>
              </a:ext>
            </a:extLst>
          </p:cNvPr>
          <p:cNvSpPr/>
          <p:nvPr/>
        </p:nvSpPr>
        <p:spPr>
          <a:xfrm>
            <a:off x="10130504" y="312346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MICROPROJECTS</a:t>
            </a:r>
          </a:p>
          <a:p>
            <a:r>
              <a:rPr lang="en-US" sz="2000" b="1" dirty="0"/>
              <a:t>0</a:t>
            </a:r>
            <a:endParaRPr lang="en-IN" sz="2000" b="1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360204D-9920-EE97-E5D6-EC914CFC254A}"/>
              </a:ext>
            </a:extLst>
          </p:cNvPr>
          <p:cNvSpPr/>
          <p:nvPr/>
        </p:nvSpPr>
        <p:spPr>
          <a:xfrm>
            <a:off x="8509710" y="312346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PYQS</a:t>
            </a:r>
          </a:p>
          <a:p>
            <a:r>
              <a:rPr lang="en-US" sz="2000" b="1" dirty="0"/>
              <a:t>0</a:t>
            </a:r>
            <a:endParaRPr lang="en-IN" sz="1000" b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4509C76-02A3-EC15-B16A-3593615D3EFA}"/>
              </a:ext>
            </a:extLst>
          </p:cNvPr>
          <p:cNvSpPr/>
          <p:nvPr/>
        </p:nvSpPr>
        <p:spPr>
          <a:xfrm>
            <a:off x="6874467" y="312346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ASSIGNMENT</a:t>
            </a:r>
          </a:p>
          <a:p>
            <a:r>
              <a:rPr lang="en-US" sz="2000" b="1" dirty="0"/>
              <a:t>0</a:t>
            </a:r>
            <a:endParaRPr lang="en-IN" sz="2000" b="1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4101779-38B4-F14A-9323-A2F2102E349D}"/>
              </a:ext>
            </a:extLst>
          </p:cNvPr>
          <p:cNvSpPr/>
          <p:nvPr/>
        </p:nvSpPr>
        <p:spPr>
          <a:xfrm>
            <a:off x="368896" y="312346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TOTAL</a:t>
            </a:r>
            <a:endParaRPr lang="en-US" sz="700" b="1" dirty="0"/>
          </a:p>
          <a:p>
            <a:r>
              <a:rPr lang="en-US" sz="2000" b="1" dirty="0"/>
              <a:t>12</a:t>
            </a:r>
            <a:endParaRPr lang="en-IN" sz="2000" b="1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F5918D3-E169-D8C2-EC76-1F6CC559DC4B}"/>
              </a:ext>
            </a:extLst>
          </p:cNvPr>
          <p:cNvSpPr/>
          <p:nvPr/>
        </p:nvSpPr>
        <p:spPr>
          <a:xfrm>
            <a:off x="1990944" y="312346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SYLLABUS</a:t>
            </a:r>
          </a:p>
          <a:p>
            <a:r>
              <a:rPr lang="en-US" sz="2000" b="1" dirty="0"/>
              <a:t>7</a:t>
            </a:r>
            <a:endParaRPr lang="en-IN" sz="2000" b="1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71F2990-4266-C36B-156A-FD880E0EA6DB}"/>
              </a:ext>
            </a:extLst>
          </p:cNvPr>
          <p:cNvSpPr/>
          <p:nvPr/>
        </p:nvSpPr>
        <p:spPr>
          <a:xfrm>
            <a:off x="5239224" y="312346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TEXTBOOK</a:t>
            </a:r>
          </a:p>
          <a:p>
            <a:r>
              <a:rPr lang="en-US" sz="2000" b="1" dirty="0"/>
              <a:t>0</a:t>
            </a:r>
            <a:endParaRPr lang="en-IN" sz="2000" b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940061-6CE5-9E00-C586-A3931847F327}"/>
              </a:ext>
            </a:extLst>
          </p:cNvPr>
          <p:cNvSpPr/>
          <p:nvPr/>
        </p:nvSpPr>
        <p:spPr>
          <a:xfrm>
            <a:off x="7170079" y="4702496"/>
            <a:ext cx="3423920" cy="358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/>
              <a:t>Student Profile</a:t>
            </a:r>
            <a:endParaRPr lang="en-IN" sz="1100" b="1" dirty="0"/>
          </a:p>
          <a:p>
            <a:r>
              <a:rPr lang="en-IN" sz="1100" dirty="0"/>
              <a:t>Department is locked. You can change year and semester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83D7E94-9005-90DE-733C-7436FAC2D537}"/>
              </a:ext>
            </a:extLst>
          </p:cNvPr>
          <p:cNvSpPr/>
          <p:nvPr/>
        </p:nvSpPr>
        <p:spPr>
          <a:xfrm>
            <a:off x="6832842" y="5160863"/>
            <a:ext cx="1190083" cy="263712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chemeClr val="bg1">
                    <a:lumMod val="75000"/>
                  </a:schemeClr>
                </a:solidFill>
              </a:rPr>
              <a:t>Computer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E255A97-8184-D8E8-9880-821FB4AA24AE}"/>
              </a:ext>
            </a:extLst>
          </p:cNvPr>
          <p:cNvSpPr/>
          <p:nvPr/>
        </p:nvSpPr>
        <p:spPr>
          <a:xfrm>
            <a:off x="8134598" y="5160863"/>
            <a:ext cx="1190083" cy="263712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chemeClr val="bg1"/>
                </a:solidFill>
              </a:rPr>
              <a:t>Year 1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A594637-C5E8-A3BD-9DE9-2943CFA21EE6}"/>
              </a:ext>
            </a:extLst>
          </p:cNvPr>
          <p:cNvSpPr/>
          <p:nvPr/>
        </p:nvSpPr>
        <p:spPr>
          <a:xfrm>
            <a:off x="9433827" y="5160863"/>
            <a:ext cx="1190083" cy="263712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chemeClr val="bg1"/>
                </a:solidFill>
              </a:rPr>
              <a:t>Sem 2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51AE53E-DF82-D543-4389-8758C2A31DF1}"/>
              </a:ext>
            </a:extLst>
          </p:cNvPr>
          <p:cNvSpPr/>
          <p:nvPr/>
        </p:nvSpPr>
        <p:spPr>
          <a:xfrm>
            <a:off x="6832842" y="5528344"/>
            <a:ext cx="1440000" cy="319091"/>
          </a:xfrm>
          <a:prstGeom prst="roundRect">
            <a:avLst>
              <a:gd name="adj" fmla="val 33560"/>
            </a:avLst>
          </a:prstGeom>
          <a:solidFill>
            <a:srgbClr val="2D60EF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Update Profile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918F61A-DAD8-5F00-B7E1-5EC5A2F2CC1B}"/>
              </a:ext>
            </a:extLst>
          </p:cNvPr>
          <p:cNvSpPr/>
          <p:nvPr/>
        </p:nvSpPr>
        <p:spPr>
          <a:xfrm>
            <a:off x="8358406" y="5525081"/>
            <a:ext cx="1440000" cy="319091"/>
          </a:xfrm>
          <a:prstGeom prst="roundRect">
            <a:avLst>
              <a:gd name="adj" fmla="val 33560"/>
            </a:avLst>
          </a:prstGeom>
          <a:solidFill>
            <a:srgbClr val="FF0000">
              <a:alpha val="30000"/>
            </a:srgbClr>
          </a:solidFill>
          <a:ln w="9525">
            <a:solidFill>
              <a:srgbClr val="E495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E49580"/>
                </a:solidFill>
              </a:rPr>
              <a:t>Delete Account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466AC12-0345-6DB2-E83C-857173305D7F}"/>
              </a:ext>
            </a:extLst>
          </p:cNvPr>
          <p:cNvSpPr/>
          <p:nvPr/>
        </p:nvSpPr>
        <p:spPr>
          <a:xfrm>
            <a:off x="6833797" y="4760714"/>
            <a:ext cx="378519" cy="290195"/>
          </a:xfrm>
          <a:prstGeom prst="roundRect">
            <a:avLst/>
          </a:prstGeom>
          <a:solidFill>
            <a:srgbClr val="2D60EF">
              <a:alpha val="50000"/>
            </a:srgbClr>
          </a:solidFill>
          <a:ln>
            <a:solidFill>
              <a:srgbClr val="2D6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0FDE3A4-39A7-D4E7-5761-9CCC6B04AC6C}"/>
              </a:ext>
            </a:extLst>
          </p:cNvPr>
          <p:cNvSpPr/>
          <p:nvPr/>
        </p:nvSpPr>
        <p:spPr>
          <a:xfrm>
            <a:off x="6873725" y="4836651"/>
            <a:ext cx="293784" cy="162784"/>
          </a:xfrm>
          <a:custGeom>
            <a:avLst/>
            <a:gdLst>
              <a:gd name="csX0" fmla="*/ 331242 w 355478"/>
              <a:gd name="csY0" fmla="*/ 0 h 238332"/>
              <a:gd name="csX1" fmla="*/ 331242 w 355478"/>
              <a:gd name="csY1" fmla="*/ 197937 h 238332"/>
              <a:gd name="csX2" fmla="*/ 24237 w 355478"/>
              <a:gd name="csY2" fmla="*/ 197937 h 238332"/>
              <a:gd name="csX3" fmla="*/ 24237 w 355478"/>
              <a:gd name="csY3" fmla="*/ 0 h 238332"/>
              <a:gd name="csX4" fmla="*/ 0 w 355478"/>
              <a:gd name="csY4" fmla="*/ 0 h 238332"/>
              <a:gd name="csX5" fmla="*/ 0 w 355478"/>
              <a:gd name="csY5" fmla="*/ 226214 h 238332"/>
              <a:gd name="csX6" fmla="*/ 141384 w 355478"/>
              <a:gd name="csY6" fmla="*/ 226214 h 238332"/>
              <a:gd name="csX7" fmla="*/ 153502 w 355478"/>
              <a:gd name="csY7" fmla="*/ 238332 h 238332"/>
              <a:gd name="csX8" fmla="*/ 201977 w 355478"/>
              <a:gd name="csY8" fmla="*/ 238332 h 238332"/>
              <a:gd name="csX9" fmla="*/ 214095 w 355478"/>
              <a:gd name="csY9" fmla="*/ 226214 h 238332"/>
              <a:gd name="csX10" fmla="*/ 355479 w 355478"/>
              <a:gd name="csY10" fmla="*/ 226214 h 238332"/>
              <a:gd name="csX11" fmla="*/ 355479 w 355478"/>
              <a:gd name="csY11" fmla="*/ 0 h 238332"/>
              <a:gd name="csX12" fmla="*/ 331242 w 355478"/>
              <a:gd name="csY12" fmla="*/ 0 h 238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55478" h="238332">
                <a:moveTo>
                  <a:pt x="331242" y="0"/>
                </a:moveTo>
                <a:lnTo>
                  <a:pt x="331242" y="197937"/>
                </a:lnTo>
                <a:lnTo>
                  <a:pt x="24237" y="197937"/>
                </a:lnTo>
                <a:lnTo>
                  <a:pt x="24237" y="0"/>
                </a:lnTo>
                <a:lnTo>
                  <a:pt x="0" y="0"/>
                </a:lnTo>
                <a:lnTo>
                  <a:pt x="0" y="226214"/>
                </a:lnTo>
                <a:lnTo>
                  <a:pt x="141384" y="226214"/>
                </a:lnTo>
                <a:cubicBezTo>
                  <a:pt x="141384" y="233081"/>
                  <a:pt x="146635" y="238332"/>
                  <a:pt x="153502" y="238332"/>
                </a:cubicBezTo>
                <a:lnTo>
                  <a:pt x="201977" y="238332"/>
                </a:lnTo>
                <a:cubicBezTo>
                  <a:pt x="208844" y="238332"/>
                  <a:pt x="214095" y="233081"/>
                  <a:pt x="214095" y="226214"/>
                </a:cubicBezTo>
                <a:lnTo>
                  <a:pt x="355479" y="226214"/>
                </a:lnTo>
                <a:lnTo>
                  <a:pt x="355479" y="0"/>
                </a:lnTo>
                <a:lnTo>
                  <a:pt x="331242" y="0"/>
                </a:lnTo>
                <a:close/>
              </a:path>
            </a:pathLst>
          </a:custGeom>
          <a:solidFill>
            <a:srgbClr val="2D60EF"/>
          </a:solidFill>
          <a:ln w="5292" cap="flat">
            <a:solidFill>
              <a:srgbClr val="2D60EF"/>
            </a:solidFill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61D8F99-5022-3066-8320-4B63F741240A}"/>
              </a:ext>
            </a:extLst>
          </p:cNvPr>
          <p:cNvSpPr/>
          <p:nvPr/>
        </p:nvSpPr>
        <p:spPr>
          <a:xfrm>
            <a:off x="6907110" y="4807292"/>
            <a:ext cx="227015" cy="140712"/>
          </a:xfrm>
          <a:custGeom>
            <a:avLst/>
            <a:gdLst>
              <a:gd name="csX0" fmla="*/ 274688 w 274688"/>
              <a:gd name="csY0" fmla="*/ 0 h 206016"/>
              <a:gd name="csX1" fmla="*/ 0 w 274688"/>
              <a:gd name="csY1" fmla="*/ 0 h 206016"/>
              <a:gd name="csX2" fmla="*/ 0 w 274688"/>
              <a:gd name="csY2" fmla="*/ 206016 h 206016"/>
              <a:gd name="csX3" fmla="*/ 274688 w 274688"/>
              <a:gd name="csY3" fmla="*/ 206016 h 206016"/>
              <a:gd name="csX4" fmla="*/ 274688 w 274688"/>
              <a:gd name="csY4" fmla="*/ 0 h 206016"/>
              <a:gd name="csX5" fmla="*/ 24237 w 274688"/>
              <a:gd name="csY5" fmla="*/ 24237 h 206016"/>
              <a:gd name="csX6" fmla="*/ 129265 w 274688"/>
              <a:gd name="csY6" fmla="*/ 24237 h 206016"/>
              <a:gd name="csX7" fmla="*/ 129265 w 274688"/>
              <a:gd name="csY7" fmla="*/ 181779 h 206016"/>
              <a:gd name="csX8" fmla="*/ 24237 w 274688"/>
              <a:gd name="csY8" fmla="*/ 181779 h 206016"/>
              <a:gd name="csX9" fmla="*/ 24237 w 274688"/>
              <a:gd name="csY9" fmla="*/ 24237 h 206016"/>
              <a:gd name="csX10" fmla="*/ 250451 w 274688"/>
              <a:gd name="csY10" fmla="*/ 181779 h 206016"/>
              <a:gd name="csX11" fmla="*/ 145423 w 274688"/>
              <a:gd name="csY11" fmla="*/ 181779 h 206016"/>
              <a:gd name="csX12" fmla="*/ 145423 w 274688"/>
              <a:gd name="csY12" fmla="*/ 24237 h 206016"/>
              <a:gd name="csX13" fmla="*/ 250451 w 274688"/>
              <a:gd name="csY13" fmla="*/ 24237 h 206016"/>
              <a:gd name="csX14" fmla="*/ 250451 w 274688"/>
              <a:gd name="csY14" fmla="*/ 181779 h 20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74688" h="206016">
                <a:moveTo>
                  <a:pt x="274688" y="0"/>
                </a:moveTo>
                <a:lnTo>
                  <a:pt x="0" y="0"/>
                </a:lnTo>
                <a:lnTo>
                  <a:pt x="0" y="206016"/>
                </a:lnTo>
                <a:lnTo>
                  <a:pt x="274688" y="206016"/>
                </a:lnTo>
                <a:lnTo>
                  <a:pt x="274688" y="0"/>
                </a:lnTo>
                <a:close/>
                <a:moveTo>
                  <a:pt x="24237" y="24237"/>
                </a:moveTo>
                <a:lnTo>
                  <a:pt x="129265" y="24237"/>
                </a:lnTo>
                <a:lnTo>
                  <a:pt x="129265" y="181779"/>
                </a:lnTo>
                <a:lnTo>
                  <a:pt x="24237" y="181779"/>
                </a:lnTo>
                <a:lnTo>
                  <a:pt x="24237" y="24237"/>
                </a:lnTo>
                <a:close/>
                <a:moveTo>
                  <a:pt x="250451" y="181779"/>
                </a:moveTo>
                <a:lnTo>
                  <a:pt x="145423" y="181779"/>
                </a:lnTo>
                <a:lnTo>
                  <a:pt x="145423" y="24237"/>
                </a:lnTo>
                <a:lnTo>
                  <a:pt x="250451" y="24237"/>
                </a:lnTo>
                <a:lnTo>
                  <a:pt x="250451" y="181779"/>
                </a:lnTo>
                <a:close/>
              </a:path>
            </a:pathLst>
          </a:custGeom>
          <a:solidFill>
            <a:srgbClr val="2D60EF"/>
          </a:solidFill>
          <a:ln w="5292" cap="flat">
            <a:solidFill>
              <a:srgbClr val="2D60EF"/>
            </a:solidFill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38511BA-3B78-B601-1F60-010F6A1DFBA2}"/>
              </a:ext>
            </a:extLst>
          </p:cNvPr>
          <p:cNvSpPr/>
          <p:nvPr/>
        </p:nvSpPr>
        <p:spPr>
          <a:xfrm>
            <a:off x="7057840" y="4841194"/>
            <a:ext cx="46738" cy="8277"/>
          </a:xfrm>
          <a:custGeom>
            <a:avLst/>
            <a:gdLst>
              <a:gd name="csX0" fmla="*/ 0 w 56553"/>
              <a:gd name="csY0" fmla="*/ 0 h 12118"/>
              <a:gd name="csX1" fmla="*/ 56553 w 56553"/>
              <a:gd name="csY1" fmla="*/ 0 h 12118"/>
              <a:gd name="csX2" fmla="*/ 56553 w 56553"/>
              <a:gd name="csY2" fmla="*/ 12119 h 12118"/>
              <a:gd name="csX3" fmla="*/ 0 w 56553"/>
              <a:gd name="csY3" fmla="*/ 12119 h 12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53" h="12118">
                <a:moveTo>
                  <a:pt x="0" y="0"/>
                </a:moveTo>
                <a:lnTo>
                  <a:pt x="56553" y="0"/>
                </a:lnTo>
                <a:lnTo>
                  <a:pt x="56553" y="12119"/>
                </a:lnTo>
                <a:lnTo>
                  <a:pt x="0" y="12119"/>
                </a:lnTo>
                <a:close/>
              </a:path>
            </a:pathLst>
          </a:custGeom>
          <a:solidFill>
            <a:srgbClr val="2D60EF"/>
          </a:solidFill>
          <a:ln w="5292" cap="flat">
            <a:solidFill>
              <a:srgbClr val="2D60EF"/>
            </a:solidFill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88D0647-7AB8-4137-3BFD-DF65638BD2A3}"/>
              </a:ext>
            </a:extLst>
          </p:cNvPr>
          <p:cNvSpPr/>
          <p:nvPr/>
        </p:nvSpPr>
        <p:spPr>
          <a:xfrm>
            <a:off x="7057840" y="4865431"/>
            <a:ext cx="46738" cy="8277"/>
          </a:xfrm>
          <a:custGeom>
            <a:avLst/>
            <a:gdLst>
              <a:gd name="csX0" fmla="*/ 0 w 56553"/>
              <a:gd name="csY0" fmla="*/ 0 h 12118"/>
              <a:gd name="csX1" fmla="*/ 56553 w 56553"/>
              <a:gd name="csY1" fmla="*/ 0 h 12118"/>
              <a:gd name="csX2" fmla="*/ 56553 w 56553"/>
              <a:gd name="csY2" fmla="*/ 12119 h 12118"/>
              <a:gd name="csX3" fmla="*/ 0 w 56553"/>
              <a:gd name="csY3" fmla="*/ 12119 h 12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53" h="12118">
                <a:moveTo>
                  <a:pt x="0" y="0"/>
                </a:moveTo>
                <a:lnTo>
                  <a:pt x="56553" y="0"/>
                </a:lnTo>
                <a:lnTo>
                  <a:pt x="56553" y="12119"/>
                </a:lnTo>
                <a:lnTo>
                  <a:pt x="0" y="12119"/>
                </a:lnTo>
                <a:close/>
              </a:path>
            </a:pathLst>
          </a:custGeom>
          <a:solidFill>
            <a:srgbClr val="2D60EF"/>
          </a:solidFill>
          <a:ln w="5292" cap="flat">
            <a:solidFill>
              <a:srgbClr val="2D60EF"/>
            </a:solidFill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E318F846-5F98-61BF-DF25-E9793E626630}"/>
              </a:ext>
            </a:extLst>
          </p:cNvPr>
          <p:cNvSpPr/>
          <p:nvPr/>
        </p:nvSpPr>
        <p:spPr>
          <a:xfrm>
            <a:off x="7056333" y="4889668"/>
            <a:ext cx="32383" cy="8277"/>
          </a:xfrm>
          <a:custGeom>
            <a:avLst/>
            <a:gdLst>
              <a:gd name="csX0" fmla="*/ 0 w 39183"/>
              <a:gd name="csY0" fmla="*/ 0 h 12118"/>
              <a:gd name="csX1" fmla="*/ 39183 w 39183"/>
              <a:gd name="csY1" fmla="*/ 0 h 12118"/>
              <a:gd name="csX2" fmla="*/ 39183 w 39183"/>
              <a:gd name="csY2" fmla="*/ 12119 h 12118"/>
              <a:gd name="csX3" fmla="*/ 0 w 39183"/>
              <a:gd name="csY3" fmla="*/ 12119 h 12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183" h="12118">
                <a:moveTo>
                  <a:pt x="0" y="0"/>
                </a:moveTo>
                <a:lnTo>
                  <a:pt x="39183" y="0"/>
                </a:lnTo>
                <a:lnTo>
                  <a:pt x="39183" y="12119"/>
                </a:lnTo>
                <a:lnTo>
                  <a:pt x="0" y="12119"/>
                </a:lnTo>
                <a:close/>
              </a:path>
            </a:pathLst>
          </a:custGeom>
          <a:solidFill>
            <a:srgbClr val="2D60EF"/>
          </a:solidFill>
          <a:ln w="5292" cap="flat">
            <a:solidFill>
              <a:srgbClr val="2D60EF"/>
            </a:solidFill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323FD49-5502-F5AD-F005-561FE3C654F6}"/>
              </a:ext>
            </a:extLst>
          </p:cNvPr>
          <p:cNvSpPr/>
          <p:nvPr/>
        </p:nvSpPr>
        <p:spPr>
          <a:xfrm>
            <a:off x="4212918" y="8914384"/>
            <a:ext cx="4320000" cy="4366779"/>
          </a:xfrm>
          <a:prstGeom prst="roundRect">
            <a:avLst>
              <a:gd name="adj" fmla="val 7741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9FABD8CE-C04D-EA97-3322-D67AC28F5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851028"/>
              </p:ext>
            </p:extLst>
          </p:nvPr>
        </p:nvGraphicFramePr>
        <p:xfrm>
          <a:off x="4495657" y="9415531"/>
          <a:ext cx="3777672" cy="3798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872">
                  <a:extLst>
                    <a:ext uri="{9D8B030D-6E8A-4147-A177-3AD203B41FA5}">
                      <a16:colId xmlns:a16="http://schemas.microsoft.com/office/drawing/2014/main" val="3727458928"/>
                    </a:ext>
                  </a:extLst>
                </a:gridCol>
                <a:gridCol w="945600">
                  <a:extLst>
                    <a:ext uri="{9D8B030D-6E8A-4147-A177-3AD203B41FA5}">
                      <a16:colId xmlns:a16="http://schemas.microsoft.com/office/drawing/2014/main" val="2011752488"/>
                    </a:ext>
                  </a:extLst>
                </a:gridCol>
                <a:gridCol w="945600">
                  <a:extLst>
                    <a:ext uri="{9D8B030D-6E8A-4147-A177-3AD203B41FA5}">
                      <a16:colId xmlns:a16="http://schemas.microsoft.com/office/drawing/2014/main" val="400632315"/>
                    </a:ext>
                  </a:extLst>
                </a:gridCol>
                <a:gridCol w="945600">
                  <a:extLst>
                    <a:ext uri="{9D8B030D-6E8A-4147-A177-3AD203B41FA5}">
                      <a16:colId xmlns:a16="http://schemas.microsoft.com/office/drawing/2014/main" val="4152835415"/>
                    </a:ext>
                  </a:extLst>
                </a:gridCol>
              </a:tblGrid>
              <a:tr h="487466">
                <a:tc gridSpan="2">
                  <a:txBody>
                    <a:bodyPr/>
                    <a:lstStyle/>
                    <a:p>
                      <a:endParaRPr lang="en-US" sz="1200" dirty="0"/>
                    </a:p>
                    <a:p>
                      <a:r>
                        <a:rPr lang="en-US" sz="1200" dirty="0"/>
                        <a:t>Title</a:t>
                      </a:r>
                      <a:endParaRPr lang="en-IN" sz="1200" dirty="0"/>
                    </a:p>
                  </a:txBody>
                  <a:tcPr marL="83127" marR="83127" marT="55321" marB="553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83127" marR="83127" marT="60853" marB="60853"/>
                </a:tc>
                <a:tc gridSpan="2">
                  <a:txBody>
                    <a:bodyPr/>
                    <a:lstStyle/>
                    <a:p>
                      <a:endParaRPr lang="en-US" sz="1200" dirty="0"/>
                    </a:p>
                    <a:p>
                      <a:r>
                        <a:rPr lang="en-US" sz="1200" dirty="0"/>
                        <a:t>Subject</a:t>
                      </a:r>
                      <a:endParaRPr lang="en-IN" sz="1200" dirty="0"/>
                    </a:p>
                  </a:txBody>
                  <a:tcPr marL="83127" marR="83127" marT="55321" marB="553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83127" marR="83127" marT="60853" marB="60853"/>
                </a:tc>
                <a:extLst>
                  <a:ext uri="{0D108BD9-81ED-4DB2-BD59-A6C34878D82A}">
                    <a16:rowId xmlns:a16="http://schemas.microsoft.com/office/drawing/2014/main" val="1874177902"/>
                  </a:ext>
                </a:extLst>
              </a:tr>
              <a:tr h="470555">
                <a:tc gridSpan="2">
                  <a:txBody>
                    <a:bodyPr/>
                    <a:lstStyle/>
                    <a:p>
                      <a:endParaRPr lang="en-IN" sz="1200" dirty="0"/>
                    </a:p>
                  </a:txBody>
                  <a:tcPr marL="83127" marR="83127" marT="55321" marB="553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83127" marR="83127" marT="60853" marB="60853"/>
                </a:tc>
                <a:tc gridSpan="2">
                  <a:txBody>
                    <a:bodyPr/>
                    <a:lstStyle/>
                    <a:p>
                      <a:endParaRPr lang="en-IN" sz="1200" dirty="0"/>
                    </a:p>
                  </a:txBody>
                  <a:tcPr marL="83127" marR="83127" marT="55321" marB="553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83127" marR="83127" marT="60853" marB="60853"/>
                </a:tc>
                <a:extLst>
                  <a:ext uri="{0D108BD9-81ED-4DB2-BD59-A6C34878D82A}">
                    <a16:rowId xmlns:a16="http://schemas.microsoft.com/office/drawing/2014/main" val="2496052504"/>
                  </a:ext>
                </a:extLst>
              </a:tr>
              <a:tr h="487466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Dept</a:t>
                      </a: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Year </a:t>
                      </a: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Semester</a:t>
                      </a: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Type</a:t>
                      </a: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974384"/>
                  </a:ext>
                </a:extLst>
              </a:tr>
              <a:tr h="470555"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682368"/>
                  </a:ext>
                </a:extLst>
              </a:tr>
              <a:tr h="470555">
                <a:tc gridSpan="4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PDF File</a:t>
                      </a:r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306558"/>
                  </a:ext>
                </a:extLst>
              </a:tr>
              <a:tr h="941110">
                <a:tc gridSpan="4"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Click or drag PDF to Upload</a:t>
                      </a:r>
                    </a:p>
                    <a:p>
                      <a:pPr algn="ctr"/>
                      <a:r>
                        <a:rPr lang="en-IN" sz="1100" b="0" dirty="0">
                          <a:solidFill>
                            <a:schemeClr val="bg1"/>
                          </a:solidFill>
                        </a:rPr>
                        <a:t>PDF File Supported</a:t>
                      </a:r>
                      <a:endParaRPr lang="en-IN" sz="1200" b="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20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402874"/>
                  </a:ext>
                </a:extLst>
              </a:tr>
              <a:tr h="470555"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60853" marB="6085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505182"/>
                  </a:ext>
                </a:extLst>
              </a:tr>
            </a:tbl>
          </a:graphicData>
        </a:graphic>
      </p:graphicFrame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C5F8175-6217-8AE9-0C82-44461DEF33D8}"/>
              </a:ext>
            </a:extLst>
          </p:cNvPr>
          <p:cNvSpPr/>
          <p:nvPr/>
        </p:nvSpPr>
        <p:spPr>
          <a:xfrm>
            <a:off x="4547694" y="9942327"/>
            <a:ext cx="1782572" cy="391160"/>
          </a:xfrm>
          <a:prstGeom prst="roundRect">
            <a:avLst>
              <a:gd name="adj" fmla="val 2316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e.g. Unit 1 notes</a:t>
            </a:r>
            <a:endParaRPr lang="en-IN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37ADE3E-5A32-837B-9B91-63743646A4BF}"/>
              </a:ext>
            </a:extLst>
          </p:cNvPr>
          <p:cNvSpPr/>
          <p:nvPr/>
        </p:nvSpPr>
        <p:spPr>
          <a:xfrm>
            <a:off x="6443550" y="9942327"/>
            <a:ext cx="1782572" cy="391160"/>
          </a:xfrm>
          <a:prstGeom prst="roundRect">
            <a:avLst>
              <a:gd name="adj" fmla="val 2965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e.g. Mathematics</a:t>
            </a:r>
            <a:endParaRPr lang="en-IN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3F0A75F-16B0-28B6-89E6-4EC469411FE9}"/>
              </a:ext>
            </a:extLst>
          </p:cNvPr>
          <p:cNvSpPr/>
          <p:nvPr/>
        </p:nvSpPr>
        <p:spPr>
          <a:xfrm>
            <a:off x="4543636" y="10896351"/>
            <a:ext cx="831584" cy="360000"/>
          </a:xfrm>
          <a:prstGeom prst="roundRect">
            <a:avLst>
              <a:gd name="adj" fmla="val 342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Select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7F473EB-D5D2-01AA-CB09-047EEC540B67}"/>
              </a:ext>
            </a:extLst>
          </p:cNvPr>
          <p:cNvSpPr/>
          <p:nvPr/>
        </p:nvSpPr>
        <p:spPr>
          <a:xfrm>
            <a:off x="7391929" y="10896351"/>
            <a:ext cx="831584" cy="360000"/>
          </a:xfrm>
          <a:prstGeom prst="roundRect">
            <a:avLst>
              <a:gd name="adj" fmla="val 2251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Syllabus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D20D4FD-B555-CD49-E423-7877F9D7A785}"/>
              </a:ext>
            </a:extLst>
          </p:cNvPr>
          <p:cNvSpPr/>
          <p:nvPr/>
        </p:nvSpPr>
        <p:spPr>
          <a:xfrm>
            <a:off x="6438470" y="10896351"/>
            <a:ext cx="831584" cy="360000"/>
          </a:xfrm>
          <a:prstGeom prst="roundRect">
            <a:avLst>
              <a:gd name="adj" fmla="val 273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1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33A0031-1F6E-D7DB-2FBC-EF09D85CE5D3}"/>
              </a:ext>
            </a:extLst>
          </p:cNvPr>
          <p:cNvSpPr/>
          <p:nvPr/>
        </p:nvSpPr>
        <p:spPr>
          <a:xfrm>
            <a:off x="5498682" y="10896351"/>
            <a:ext cx="831584" cy="360000"/>
          </a:xfrm>
          <a:prstGeom prst="roundRect">
            <a:avLst>
              <a:gd name="adj" fmla="val 2786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1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764E45-57BC-2DE1-729D-14121D001C63}"/>
              </a:ext>
            </a:extLst>
          </p:cNvPr>
          <p:cNvSpPr txBox="1"/>
          <p:nvPr/>
        </p:nvSpPr>
        <p:spPr>
          <a:xfrm>
            <a:off x="4589356" y="9124447"/>
            <a:ext cx="3679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Upload Resources</a:t>
            </a:r>
            <a:endParaRPr lang="en-IN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2A6186C-F747-8D42-2A9D-400C3AD981C6}"/>
              </a:ext>
            </a:extLst>
          </p:cNvPr>
          <p:cNvSpPr/>
          <p:nvPr/>
        </p:nvSpPr>
        <p:spPr>
          <a:xfrm>
            <a:off x="4580511" y="11600478"/>
            <a:ext cx="3584814" cy="1009747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789D5F7-267E-EF75-F4E1-A9E8A39CE0E2}"/>
              </a:ext>
            </a:extLst>
          </p:cNvPr>
          <p:cNvGrpSpPr/>
          <p:nvPr/>
        </p:nvGrpSpPr>
        <p:grpSpPr>
          <a:xfrm>
            <a:off x="6244451" y="11697301"/>
            <a:ext cx="280085" cy="294279"/>
            <a:chOff x="5683031" y="3726241"/>
            <a:chExt cx="600387" cy="630814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398545E1-1642-41A1-7EF8-5C7EDD187A51}"/>
                </a:ext>
              </a:extLst>
            </p:cNvPr>
            <p:cNvSpPr/>
            <p:nvPr/>
          </p:nvSpPr>
          <p:spPr>
            <a:xfrm>
              <a:off x="5683031" y="3726241"/>
              <a:ext cx="600387" cy="630814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59" name="Graphic 58" descr="Document with solid fill">
              <a:extLst>
                <a:ext uri="{FF2B5EF4-FFF2-40B4-BE49-F238E27FC236}">
                  <a16:creationId xmlns:a16="http://schemas.microsoft.com/office/drawing/2014/main" id="{B90D70C9-C012-0E07-F789-4031E8A37B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25147" y="3783571"/>
              <a:ext cx="516155" cy="516155"/>
            </a:xfrm>
            <a:prstGeom prst="rect">
              <a:avLst/>
            </a:prstGeom>
          </p:spPr>
        </p:pic>
      </p:grp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D510127-7230-696A-0422-3A7AFE594D90}"/>
              </a:ext>
            </a:extLst>
          </p:cNvPr>
          <p:cNvSpPr/>
          <p:nvPr/>
        </p:nvSpPr>
        <p:spPr>
          <a:xfrm>
            <a:off x="4580511" y="12735834"/>
            <a:ext cx="3584814" cy="426575"/>
          </a:xfrm>
          <a:prstGeom prst="roundRect">
            <a:avLst>
              <a:gd name="adj" fmla="val 27960"/>
            </a:avLst>
          </a:prstGeom>
          <a:gradFill flip="none" rotWithShape="1">
            <a:gsLst>
              <a:gs pos="100000">
                <a:srgbClr val="8631C5"/>
              </a:gs>
              <a:gs pos="41000">
                <a:srgbClr val="2F8FF9"/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Upload Resources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07656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54624E-DB9E-E92A-77BB-E8EF0757B9AD}"/>
              </a:ext>
            </a:extLst>
          </p:cNvPr>
          <p:cNvSpPr/>
          <p:nvPr/>
        </p:nvSpPr>
        <p:spPr>
          <a:xfrm>
            <a:off x="3615084" y="57703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LAB MANUALS</a:t>
            </a:r>
          </a:p>
          <a:p>
            <a:r>
              <a:rPr lang="en-US" sz="2000" b="1" dirty="0"/>
              <a:t>5</a:t>
            </a:r>
            <a:endParaRPr lang="en-IN" sz="20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0A7868D-4D7B-9867-B4E8-36516C4A7F1B}"/>
              </a:ext>
            </a:extLst>
          </p:cNvPr>
          <p:cNvSpPr/>
          <p:nvPr/>
        </p:nvSpPr>
        <p:spPr>
          <a:xfrm>
            <a:off x="10130504" y="57703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MICROPROJECTS</a:t>
            </a:r>
          </a:p>
          <a:p>
            <a:r>
              <a:rPr lang="en-US" sz="2000" b="1" dirty="0"/>
              <a:t>0</a:t>
            </a:r>
            <a:endParaRPr lang="en-IN" sz="20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6C7323-EC27-008A-B725-CA201E40D04F}"/>
              </a:ext>
            </a:extLst>
          </p:cNvPr>
          <p:cNvSpPr/>
          <p:nvPr/>
        </p:nvSpPr>
        <p:spPr>
          <a:xfrm>
            <a:off x="8509710" y="57703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PYQS</a:t>
            </a:r>
          </a:p>
          <a:p>
            <a:r>
              <a:rPr lang="en-US" sz="2000" b="1" dirty="0"/>
              <a:t>0</a:t>
            </a:r>
            <a:endParaRPr lang="en-IN" sz="10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F8533B-AD58-10CF-E533-AB98DA50CC8E}"/>
              </a:ext>
            </a:extLst>
          </p:cNvPr>
          <p:cNvSpPr/>
          <p:nvPr/>
        </p:nvSpPr>
        <p:spPr>
          <a:xfrm>
            <a:off x="6874467" y="57703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ASSIGNMENT</a:t>
            </a:r>
          </a:p>
          <a:p>
            <a:r>
              <a:rPr lang="en-US" sz="2000" b="1" dirty="0"/>
              <a:t>0</a:t>
            </a:r>
            <a:endParaRPr lang="en-IN" sz="20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593CE4-E630-2317-DDE2-46C345C1746E}"/>
              </a:ext>
            </a:extLst>
          </p:cNvPr>
          <p:cNvSpPr/>
          <p:nvPr/>
        </p:nvSpPr>
        <p:spPr>
          <a:xfrm>
            <a:off x="368896" y="57703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TOTAL</a:t>
            </a:r>
            <a:endParaRPr lang="en-US" sz="700" b="1" dirty="0"/>
          </a:p>
          <a:p>
            <a:r>
              <a:rPr lang="en-US" sz="2000" b="1" dirty="0"/>
              <a:t>12</a:t>
            </a:r>
            <a:endParaRPr lang="en-IN" sz="2000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6D86BD-D6FC-D4EC-C062-BB8FC1B2D56D}"/>
              </a:ext>
            </a:extLst>
          </p:cNvPr>
          <p:cNvSpPr/>
          <p:nvPr/>
        </p:nvSpPr>
        <p:spPr>
          <a:xfrm>
            <a:off x="1990944" y="57703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SYLLABUS</a:t>
            </a:r>
          </a:p>
          <a:p>
            <a:r>
              <a:rPr lang="en-US" sz="2000" b="1" dirty="0"/>
              <a:t>7</a:t>
            </a:r>
            <a:endParaRPr lang="en-IN" sz="200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99FF9F7-6CC5-3026-C01D-18DD31D2C44B}"/>
              </a:ext>
            </a:extLst>
          </p:cNvPr>
          <p:cNvSpPr/>
          <p:nvPr/>
        </p:nvSpPr>
        <p:spPr>
          <a:xfrm>
            <a:off x="5239224" y="577034"/>
            <a:ext cx="1584000" cy="565289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TEXTBOOK</a:t>
            </a:r>
          </a:p>
          <a:p>
            <a:r>
              <a:rPr lang="en-US" sz="2000" b="1" dirty="0"/>
              <a:t>0</a:t>
            </a:r>
            <a:endParaRPr lang="en-IN" sz="2000" b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E563AF1-383A-3386-0AF7-A9C99B57546A}"/>
              </a:ext>
            </a:extLst>
          </p:cNvPr>
          <p:cNvSpPr/>
          <p:nvPr/>
        </p:nvSpPr>
        <p:spPr>
          <a:xfrm>
            <a:off x="499446" y="3259875"/>
            <a:ext cx="5044719" cy="2051699"/>
          </a:xfrm>
          <a:prstGeom prst="roundRect">
            <a:avLst/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05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1F7BB8-F2F5-B310-ACF8-F2FA8FD84352}"/>
              </a:ext>
            </a:extLst>
          </p:cNvPr>
          <p:cNvSpPr/>
          <p:nvPr/>
        </p:nvSpPr>
        <p:spPr>
          <a:xfrm>
            <a:off x="1134738" y="3500138"/>
            <a:ext cx="4142943" cy="4775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Student Profile</a:t>
            </a:r>
            <a:endParaRPr lang="en-IN" sz="1200" b="1" dirty="0"/>
          </a:p>
          <a:p>
            <a:r>
              <a:rPr lang="en-IN" sz="1200" dirty="0"/>
              <a:t>Department is locked. You can change year and semester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452C1F1-50FC-15E4-AF7E-24ABBF2BDAD8}"/>
              </a:ext>
            </a:extLst>
          </p:cNvPr>
          <p:cNvSpPr/>
          <p:nvPr/>
        </p:nvSpPr>
        <p:spPr>
          <a:xfrm>
            <a:off x="726682" y="4110224"/>
            <a:ext cx="1440000" cy="351000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bg1">
                    <a:lumMod val="75000"/>
                  </a:schemeClr>
                </a:solidFill>
              </a:rPr>
              <a:t>Computer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A73D534-2392-6ACB-FE87-7F0AA6EC83A4}"/>
              </a:ext>
            </a:extLst>
          </p:cNvPr>
          <p:cNvSpPr/>
          <p:nvPr/>
        </p:nvSpPr>
        <p:spPr>
          <a:xfrm>
            <a:off x="2301806" y="4110224"/>
            <a:ext cx="1440000" cy="351000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bg1"/>
                </a:solidFill>
              </a:rPr>
              <a:t>Year 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4968F0-8759-1998-6742-380CB30ED3A6}"/>
              </a:ext>
            </a:extLst>
          </p:cNvPr>
          <p:cNvSpPr/>
          <p:nvPr/>
        </p:nvSpPr>
        <p:spPr>
          <a:xfrm>
            <a:off x="3873874" y="4110224"/>
            <a:ext cx="1440000" cy="351000"/>
          </a:xfrm>
          <a:prstGeom prst="roundRect">
            <a:avLst>
              <a:gd name="adj" fmla="val 33560"/>
            </a:avLst>
          </a:prstGeom>
          <a:solidFill>
            <a:srgbClr val="333F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bg1"/>
                </a:solidFill>
              </a:rPr>
              <a:t>Sem 2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90C1C6-38F7-8B3A-482E-496119596869}"/>
              </a:ext>
            </a:extLst>
          </p:cNvPr>
          <p:cNvSpPr/>
          <p:nvPr/>
        </p:nvSpPr>
        <p:spPr>
          <a:xfrm>
            <a:off x="726682" y="4599340"/>
            <a:ext cx="1742400" cy="424710"/>
          </a:xfrm>
          <a:prstGeom prst="roundRect">
            <a:avLst>
              <a:gd name="adj" fmla="val 33560"/>
            </a:avLst>
          </a:prstGeom>
          <a:solidFill>
            <a:srgbClr val="2D60EF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Update Profile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E1A3218-0B78-9682-B6F1-EDD16DFB0CF3}"/>
              </a:ext>
            </a:extLst>
          </p:cNvPr>
          <p:cNvSpPr/>
          <p:nvPr/>
        </p:nvSpPr>
        <p:spPr>
          <a:xfrm>
            <a:off x="2572614" y="4594999"/>
            <a:ext cx="1742400" cy="424710"/>
          </a:xfrm>
          <a:prstGeom prst="roundRect">
            <a:avLst>
              <a:gd name="adj" fmla="val 33560"/>
            </a:avLst>
          </a:prstGeom>
          <a:solidFill>
            <a:srgbClr val="FF0000">
              <a:alpha val="30000"/>
            </a:srgbClr>
          </a:solidFill>
          <a:ln w="9525">
            <a:solidFill>
              <a:srgbClr val="E495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E49580"/>
                </a:solidFill>
              </a:rPr>
              <a:t>Delete Account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B33A144-5004-6237-67E8-2B67E2D6CD5D}"/>
              </a:ext>
            </a:extLst>
          </p:cNvPr>
          <p:cNvSpPr/>
          <p:nvPr/>
        </p:nvSpPr>
        <p:spPr>
          <a:xfrm>
            <a:off x="727834" y="3577622"/>
            <a:ext cx="458008" cy="386249"/>
          </a:xfrm>
          <a:prstGeom prst="roundRect">
            <a:avLst/>
          </a:prstGeom>
          <a:solidFill>
            <a:srgbClr val="2D60EF">
              <a:alpha val="50000"/>
            </a:srgbClr>
          </a:solidFill>
          <a:ln>
            <a:solidFill>
              <a:srgbClr val="2D6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9698CC1-575A-C586-E549-DDC88C9D16A3}"/>
              </a:ext>
            </a:extLst>
          </p:cNvPr>
          <p:cNvSpPr/>
          <p:nvPr/>
        </p:nvSpPr>
        <p:spPr>
          <a:xfrm>
            <a:off x="776153" y="3678694"/>
            <a:ext cx="355478" cy="216665"/>
          </a:xfrm>
          <a:custGeom>
            <a:avLst/>
            <a:gdLst>
              <a:gd name="csX0" fmla="*/ 331242 w 355478"/>
              <a:gd name="csY0" fmla="*/ 0 h 238332"/>
              <a:gd name="csX1" fmla="*/ 331242 w 355478"/>
              <a:gd name="csY1" fmla="*/ 197937 h 238332"/>
              <a:gd name="csX2" fmla="*/ 24237 w 355478"/>
              <a:gd name="csY2" fmla="*/ 197937 h 238332"/>
              <a:gd name="csX3" fmla="*/ 24237 w 355478"/>
              <a:gd name="csY3" fmla="*/ 0 h 238332"/>
              <a:gd name="csX4" fmla="*/ 0 w 355478"/>
              <a:gd name="csY4" fmla="*/ 0 h 238332"/>
              <a:gd name="csX5" fmla="*/ 0 w 355478"/>
              <a:gd name="csY5" fmla="*/ 226214 h 238332"/>
              <a:gd name="csX6" fmla="*/ 141384 w 355478"/>
              <a:gd name="csY6" fmla="*/ 226214 h 238332"/>
              <a:gd name="csX7" fmla="*/ 153502 w 355478"/>
              <a:gd name="csY7" fmla="*/ 238332 h 238332"/>
              <a:gd name="csX8" fmla="*/ 201977 w 355478"/>
              <a:gd name="csY8" fmla="*/ 238332 h 238332"/>
              <a:gd name="csX9" fmla="*/ 214095 w 355478"/>
              <a:gd name="csY9" fmla="*/ 226214 h 238332"/>
              <a:gd name="csX10" fmla="*/ 355479 w 355478"/>
              <a:gd name="csY10" fmla="*/ 226214 h 238332"/>
              <a:gd name="csX11" fmla="*/ 355479 w 355478"/>
              <a:gd name="csY11" fmla="*/ 0 h 238332"/>
              <a:gd name="csX12" fmla="*/ 331242 w 355478"/>
              <a:gd name="csY12" fmla="*/ 0 h 238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55478" h="238332">
                <a:moveTo>
                  <a:pt x="331242" y="0"/>
                </a:moveTo>
                <a:lnTo>
                  <a:pt x="331242" y="197937"/>
                </a:lnTo>
                <a:lnTo>
                  <a:pt x="24237" y="197937"/>
                </a:lnTo>
                <a:lnTo>
                  <a:pt x="24237" y="0"/>
                </a:lnTo>
                <a:lnTo>
                  <a:pt x="0" y="0"/>
                </a:lnTo>
                <a:lnTo>
                  <a:pt x="0" y="226214"/>
                </a:lnTo>
                <a:lnTo>
                  <a:pt x="141384" y="226214"/>
                </a:lnTo>
                <a:cubicBezTo>
                  <a:pt x="141384" y="233081"/>
                  <a:pt x="146635" y="238332"/>
                  <a:pt x="153502" y="238332"/>
                </a:cubicBezTo>
                <a:lnTo>
                  <a:pt x="201977" y="238332"/>
                </a:lnTo>
                <a:cubicBezTo>
                  <a:pt x="208844" y="238332"/>
                  <a:pt x="214095" y="233081"/>
                  <a:pt x="214095" y="226214"/>
                </a:cubicBezTo>
                <a:lnTo>
                  <a:pt x="355479" y="226214"/>
                </a:lnTo>
                <a:lnTo>
                  <a:pt x="355479" y="0"/>
                </a:lnTo>
                <a:lnTo>
                  <a:pt x="331242" y="0"/>
                </a:lnTo>
                <a:close/>
              </a:path>
            </a:pathLst>
          </a:custGeom>
          <a:solidFill>
            <a:srgbClr val="2D60EF"/>
          </a:solidFill>
          <a:ln w="5292" cap="flat">
            <a:solidFill>
              <a:srgbClr val="2D60EF"/>
            </a:solidFill>
            <a:prstDash val="solid"/>
            <a:miter/>
          </a:ln>
        </p:spPr>
        <p:txBody>
          <a:bodyPr/>
          <a:lstStyle/>
          <a:p>
            <a:endParaRPr lang="en-IN" sz="20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B9C7FE9-184C-FAF4-BBA2-4ACF0597DBDC}"/>
              </a:ext>
            </a:extLst>
          </p:cNvPr>
          <p:cNvSpPr/>
          <p:nvPr/>
        </p:nvSpPr>
        <p:spPr>
          <a:xfrm>
            <a:off x="816550" y="3639622"/>
            <a:ext cx="274689" cy="187287"/>
          </a:xfrm>
          <a:custGeom>
            <a:avLst/>
            <a:gdLst>
              <a:gd name="csX0" fmla="*/ 274688 w 274688"/>
              <a:gd name="csY0" fmla="*/ 0 h 206016"/>
              <a:gd name="csX1" fmla="*/ 0 w 274688"/>
              <a:gd name="csY1" fmla="*/ 0 h 206016"/>
              <a:gd name="csX2" fmla="*/ 0 w 274688"/>
              <a:gd name="csY2" fmla="*/ 206016 h 206016"/>
              <a:gd name="csX3" fmla="*/ 274688 w 274688"/>
              <a:gd name="csY3" fmla="*/ 206016 h 206016"/>
              <a:gd name="csX4" fmla="*/ 274688 w 274688"/>
              <a:gd name="csY4" fmla="*/ 0 h 206016"/>
              <a:gd name="csX5" fmla="*/ 24237 w 274688"/>
              <a:gd name="csY5" fmla="*/ 24237 h 206016"/>
              <a:gd name="csX6" fmla="*/ 129265 w 274688"/>
              <a:gd name="csY6" fmla="*/ 24237 h 206016"/>
              <a:gd name="csX7" fmla="*/ 129265 w 274688"/>
              <a:gd name="csY7" fmla="*/ 181779 h 206016"/>
              <a:gd name="csX8" fmla="*/ 24237 w 274688"/>
              <a:gd name="csY8" fmla="*/ 181779 h 206016"/>
              <a:gd name="csX9" fmla="*/ 24237 w 274688"/>
              <a:gd name="csY9" fmla="*/ 24237 h 206016"/>
              <a:gd name="csX10" fmla="*/ 250451 w 274688"/>
              <a:gd name="csY10" fmla="*/ 181779 h 206016"/>
              <a:gd name="csX11" fmla="*/ 145423 w 274688"/>
              <a:gd name="csY11" fmla="*/ 181779 h 206016"/>
              <a:gd name="csX12" fmla="*/ 145423 w 274688"/>
              <a:gd name="csY12" fmla="*/ 24237 h 206016"/>
              <a:gd name="csX13" fmla="*/ 250451 w 274688"/>
              <a:gd name="csY13" fmla="*/ 24237 h 206016"/>
              <a:gd name="csX14" fmla="*/ 250451 w 274688"/>
              <a:gd name="csY14" fmla="*/ 181779 h 206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74688" h="206016">
                <a:moveTo>
                  <a:pt x="274688" y="0"/>
                </a:moveTo>
                <a:lnTo>
                  <a:pt x="0" y="0"/>
                </a:lnTo>
                <a:lnTo>
                  <a:pt x="0" y="206016"/>
                </a:lnTo>
                <a:lnTo>
                  <a:pt x="274688" y="206016"/>
                </a:lnTo>
                <a:lnTo>
                  <a:pt x="274688" y="0"/>
                </a:lnTo>
                <a:close/>
                <a:moveTo>
                  <a:pt x="24237" y="24237"/>
                </a:moveTo>
                <a:lnTo>
                  <a:pt x="129265" y="24237"/>
                </a:lnTo>
                <a:lnTo>
                  <a:pt x="129265" y="181779"/>
                </a:lnTo>
                <a:lnTo>
                  <a:pt x="24237" y="181779"/>
                </a:lnTo>
                <a:lnTo>
                  <a:pt x="24237" y="24237"/>
                </a:lnTo>
                <a:close/>
                <a:moveTo>
                  <a:pt x="250451" y="181779"/>
                </a:moveTo>
                <a:lnTo>
                  <a:pt x="145423" y="181779"/>
                </a:lnTo>
                <a:lnTo>
                  <a:pt x="145423" y="24237"/>
                </a:lnTo>
                <a:lnTo>
                  <a:pt x="250451" y="24237"/>
                </a:lnTo>
                <a:lnTo>
                  <a:pt x="250451" y="181779"/>
                </a:lnTo>
                <a:close/>
              </a:path>
            </a:pathLst>
          </a:custGeom>
          <a:solidFill>
            <a:srgbClr val="2D60EF"/>
          </a:solidFill>
          <a:ln w="5292" cap="flat">
            <a:solidFill>
              <a:srgbClr val="2D60EF"/>
            </a:solidFill>
            <a:prstDash val="solid"/>
            <a:miter/>
          </a:ln>
        </p:spPr>
        <p:txBody>
          <a:bodyPr/>
          <a:lstStyle/>
          <a:p>
            <a:endParaRPr lang="en-IN" sz="200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0025C28-961E-2900-84DB-42A9D120E0F5}"/>
              </a:ext>
            </a:extLst>
          </p:cNvPr>
          <p:cNvSpPr/>
          <p:nvPr/>
        </p:nvSpPr>
        <p:spPr>
          <a:xfrm>
            <a:off x="998934" y="3684736"/>
            <a:ext cx="56553" cy="11017"/>
          </a:xfrm>
          <a:custGeom>
            <a:avLst/>
            <a:gdLst>
              <a:gd name="csX0" fmla="*/ 0 w 56553"/>
              <a:gd name="csY0" fmla="*/ 0 h 12118"/>
              <a:gd name="csX1" fmla="*/ 56553 w 56553"/>
              <a:gd name="csY1" fmla="*/ 0 h 12118"/>
              <a:gd name="csX2" fmla="*/ 56553 w 56553"/>
              <a:gd name="csY2" fmla="*/ 12119 h 12118"/>
              <a:gd name="csX3" fmla="*/ 0 w 56553"/>
              <a:gd name="csY3" fmla="*/ 12119 h 12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53" h="12118">
                <a:moveTo>
                  <a:pt x="0" y="0"/>
                </a:moveTo>
                <a:lnTo>
                  <a:pt x="56553" y="0"/>
                </a:lnTo>
                <a:lnTo>
                  <a:pt x="56553" y="12119"/>
                </a:lnTo>
                <a:lnTo>
                  <a:pt x="0" y="12119"/>
                </a:lnTo>
                <a:close/>
              </a:path>
            </a:pathLst>
          </a:custGeom>
          <a:solidFill>
            <a:srgbClr val="2D60EF"/>
          </a:solidFill>
          <a:ln w="5292" cap="flat">
            <a:solidFill>
              <a:srgbClr val="2D60EF"/>
            </a:solidFill>
            <a:prstDash val="solid"/>
            <a:miter/>
          </a:ln>
        </p:spPr>
        <p:txBody>
          <a:bodyPr/>
          <a:lstStyle/>
          <a:p>
            <a:endParaRPr lang="en-IN" sz="20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B9EF3A9-51D7-4613-FFFB-4EAB3070ECDC}"/>
              </a:ext>
            </a:extLst>
          </p:cNvPr>
          <p:cNvSpPr/>
          <p:nvPr/>
        </p:nvSpPr>
        <p:spPr>
          <a:xfrm>
            <a:off x="998955" y="3716998"/>
            <a:ext cx="56553" cy="11017"/>
          </a:xfrm>
          <a:custGeom>
            <a:avLst/>
            <a:gdLst>
              <a:gd name="csX0" fmla="*/ 0 w 56553"/>
              <a:gd name="csY0" fmla="*/ 0 h 12118"/>
              <a:gd name="csX1" fmla="*/ 56553 w 56553"/>
              <a:gd name="csY1" fmla="*/ 0 h 12118"/>
              <a:gd name="csX2" fmla="*/ 56553 w 56553"/>
              <a:gd name="csY2" fmla="*/ 12119 h 12118"/>
              <a:gd name="csX3" fmla="*/ 0 w 56553"/>
              <a:gd name="csY3" fmla="*/ 12119 h 12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53" h="12118">
                <a:moveTo>
                  <a:pt x="0" y="0"/>
                </a:moveTo>
                <a:lnTo>
                  <a:pt x="56553" y="0"/>
                </a:lnTo>
                <a:lnTo>
                  <a:pt x="56553" y="12119"/>
                </a:lnTo>
                <a:lnTo>
                  <a:pt x="0" y="12119"/>
                </a:lnTo>
                <a:close/>
              </a:path>
            </a:pathLst>
          </a:custGeom>
          <a:solidFill>
            <a:srgbClr val="2D60EF"/>
          </a:solidFill>
          <a:ln w="5292" cap="flat">
            <a:solidFill>
              <a:srgbClr val="2D60EF"/>
            </a:solidFill>
            <a:prstDash val="solid"/>
            <a:miter/>
          </a:ln>
        </p:spPr>
        <p:txBody>
          <a:bodyPr/>
          <a:lstStyle/>
          <a:p>
            <a:endParaRPr lang="en-IN" sz="20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701728D-E483-D1E7-B7E0-C39C07FEFCAE}"/>
              </a:ext>
            </a:extLst>
          </p:cNvPr>
          <p:cNvSpPr/>
          <p:nvPr/>
        </p:nvSpPr>
        <p:spPr>
          <a:xfrm>
            <a:off x="997136" y="3749204"/>
            <a:ext cx="39184" cy="11017"/>
          </a:xfrm>
          <a:custGeom>
            <a:avLst/>
            <a:gdLst>
              <a:gd name="csX0" fmla="*/ 0 w 39183"/>
              <a:gd name="csY0" fmla="*/ 0 h 12118"/>
              <a:gd name="csX1" fmla="*/ 39183 w 39183"/>
              <a:gd name="csY1" fmla="*/ 0 h 12118"/>
              <a:gd name="csX2" fmla="*/ 39183 w 39183"/>
              <a:gd name="csY2" fmla="*/ 12119 h 12118"/>
              <a:gd name="csX3" fmla="*/ 0 w 39183"/>
              <a:gd name="csY3" fmla="*/ 12119 h 12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183" h="12118">
                <a:moveTo>
                  <a:pt x="0" y="0"/>
                </a:moveTo>
                <a:lnTo>
                  <a:pt x="39183" y="0"/>
                </a:lnTo>
                <a:lnTo>
                  <a:pt x="39183" y="12119"/>
                </a:lnTo>
                <a:lnTo>
                  <a:pt x="0" y="12119"/>
                </a:lnTo>
                <a:close/>
              </a:path>
            </a:pathLst>
          </a:custGeom>
          <a:solidFill>
            <a:srgbClr val="2D60EF"/>
          </a:solidFill>
          <a:ln w="5292" cap="flat">
            <a:solidFill>
              <a:srgbClr val="2D60EF"/>
            </a:solidFill>
            <a:prstDash val="solid"/>
            <a:miter/>
          </a:ln>
        </p:spPr>
        <p:txBody>
          <a:bodyPr/>
          <a:lstStyle/>
          <a:p>
            <a:endParaRPr lang="en-IN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F2976A-3A00-DCC9-EFAF-665682F364A5}"/>
              </a:ext>
            </a:extLst>
          </p:cNvPr>
          <p:cNvSpPr txBox="1"/>
          <p:nvPr/>
        </p:nvSpPr>
        <p:spPr>
          <a:xfrm>
            <a:off x="1055487" y="1398425"/>
            <a:ext cx="10011020" cy="1198228"/>
          </a:xfrm>
          <a:prstGeom prst="roundRect">
            <a:avLst>
              <a:gd name="adj" fmla="val 18766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285750" indent="-285750" algn="just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400" dirty="0"/>
              <a:t>Academic Management – Students can access syllabus, study materials, assignments, results, and previous year question papers in one place. </a:t>
            </a:r>
          </a:p>
          <a:p>
            <a:r>
              <a:rPr lang="en-US" sz="1400" dirty="0"/>
              <a:t>Communication &amp; Updates – Students receive important notices, announcements, timetables, and can communicate with teachers and administration. </a:t>
            </a: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3570CDF3-CF21-34B6-8944-C2EB7810B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415" y="2890848"/>
            <a:ext cx="4627847" cy="1373548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bg1"/>
                </a:solidFill>
              </a:rPr>
              <a:t>View Profile Information – Students can see their department, year, and semester details.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bg1"/>
                </a:solidFill>
              </a:rPr>
              <a:t>Department Locked – The department cannot be changed by the student (controlled by admin).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59BD16-EA29-2054-A5BD-3170417A5473}"/>
              </a:ext>
            </a:extLst>
          </p:cNvPr>
          <p:cNvSpPr txBox="1"/>
          <p:nvPr/>
        </p:nvSpPr>
        <p:spPr>
          <a:xfrm>
            <a:off x="6442480" y="4515393"/>
            <a:ext cx="4578565" cy="167584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dirty="0"/>
              <a:t>Change Year &amp; Semester – Students can update their current academic year and semester.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dirty="0"/>
              <a:t>Update Profile Option – Students can save changes by clicking the “Update Profile” button.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dirty="0"/>
              <a:t>Delete Account Option – Students can permanently delete their account if required.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CFBF47F-450E-4476-3B29-E4A84234437B}"/>
              </a:ext>
            </a:extLst>
          </p:cNvPr>
          <p:cNvCxnSpPr>
            <a:cxnSpLocks/>
            <a:stCxn id="2" idx="3"/>
            <a:endCxn id="25" idx="1"/>
          </p:cNvCxnSpPr>
          <p:nvPr/>
        </p:nvCxnSpPr>
        <p:spPr>
          <a:xfrm flipV="1">
            <a:off x="5544165" y="3577622"/>
            <a:ext cx="885250" cy="708103"/>
          </a:xfrm>
          <a:prstGeom prst="bentConnector3">
            <a:avLst>
              <a:gd name="adj1" fmla="val 50000"/>
            </a:avLst>
          </a:prstGeom>
          <a:ln w="95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4AF25BA0-B9EC-B5E9-054C-23732E744F3C}"/>
              </a:ext>
            </a:extLst>
          </p:cNvPr>
          <p:cNvCxnSpPr>
            <a:cxnSpLocks/>
            <a:stCxn id="2" idx="3"/>
            <a:endCxn id="27" idx="1"/>
          </p:cNvCxnSpPr>
          <p:nvPr/>
        </p:nvCxnSpPr>
        <p:spPr>
          <a:xfrm>
            <a:off x="5544165" y="4285725"/>
            <a:ext cx="898315" cy="1067591"/>
          </a:xfrm>
          <a:prstGeom prst="bentConnector3">
            <a:avLst/>
          </a:prstGeom>
          <a:ln w="95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689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7AF728-1454-906F-118A-55B02922BDBF}"/>
              </a:ext>
            </a:extLst>
          </p:cNvPr>
          <p:cNvSpPr/>
          <p:nvPr/>
        </p:nvSpPr>
        <p:spPr>
          <a:xfrm>
            <a:off x="1388707" y="1382602"/>
            <a:ext cx="3920401" cy="73790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Develop a mobile application and integrate AI-based recommendations for better user experience and smart resource suggestions.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271D69-3712-2CD5-37A1-6117FC745441}"/>
              </a:ext>
            </a:extLst>
          </p:cNvPr>
          <p:cNvSpPr/>
          <p:nvPr/>
        </p:nvSpPr>
        <p:spPr>
          <a:xfrm>
            <a:off x="1388707" y="2410073"/>
            <a:ext cx="3920401" cy="73790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Expand system with multi-college support and integration with Learning Management Systems (LMS).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D2FC75-126C-CC71-31EF-51E4DC8948D0}"/>
              </a:ext>
            </a:extLst>
          </p:cNvPr>
          <p:cNvSpPr/>
          <p:nvPr/>
        </p:nvSpPr>
        <p:spPr>
          <a:xfrm>
            <a:off x="2301591" y="453342"/>
            <a:ext cx="2094633" cy="475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8631C5"/>
              </a:gs>
              <a:gs pos="41000">
                <a:srgbClr val="2F8FF9"/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2000" dirty="0"/>
              <a:t>Future Scope</a:t>
            </a:r>
          </a:p>
        </p:txBody>
      </p:sp>
      <p:pic>
        <p:nvPicPr>
          <p:cNvPr id="12" name="Graphic 11" descr="Bar graph with upward trend with solid fill">
            <a:extLst>
              <a:ext uri="{FF2B5EF4-FFF2-40B4-BE49-F238E27FC236}">
                <a16:creationId xmlns:a16="http://schemas.microsoft.com/office/drawing/2014/main" id="{AE92D597-2593-47D9-0D24-F4B19E9385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88354" y="477654"/>
            <a:ext cx="426575" cy="426575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A34F6A3-FAF8-629B-D8E5-16EB1D110A09}"/>
              </a:ext>
            </a:extLst>
          </p:cNvPr>
          <p:cNvSpPr/>
          <p:nvPr/>
        </p:nvSpPr>
        <p:spPr>
          <a:xfrm>
            <a:off x="7685287" y="453342"/>
            <a:ext cx="2315614" cy="475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8631C5"/>
              </a:gs>
              <a:gs pos="41000">
                <a:srgbClr val="2F8FF9"/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2000" dirty="0"/>
              <a:t>Future Updates</a:t>
            </a:r>
          </a:p>
        </p:txBody>
      </p:sp>
      <p:pic>
        <p:nvPicPr>
          <p:cNvPr id="18" name="Graphic 17" descr="Internet with solid fill">
            <a:extLst>
              <a:ext uri="{FF2B5EF4-FFF2-40B4-BE49-F238E27FC236}">
                <a16:creationId xmlns:a16="http://schemas.microsoft.com/office/drawing/2014/main" id="{088770EE-D73D-1141-A3F1-3CDC2ED047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9904" y="477654"/>
            <a:ext cx="426575" cy="426575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8112075-C528-6A08-5593-A91E7BC04C42}"/>
              </a:ext>
            </a:extLst>
          </p:cNvPr>
          <p:cNvSpPr/>
          <p:nvPr/>
        </p:nvSpPr>
        <p:spPr>
          <a:xfrm>
            <a:off x="6882893" y="1382602"/>
            <a:ext cx="3920401" cy="73790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Implement real-time notifications, advanced search &amp; filtering, and user feedback/rating system.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95F84E6-1DEA-086E-37B8-BA218419BE17}"/>
              </a:ext>
            </a:extLst>
          </p:cNvPr>
          <p:cNvSpPr/>
          <p:nvPr/>
        </p:nvSpPr>
        <p:spPr>
          <a:xfrm>
            <a:off x="6882893" y="2449404"/>
            <a:ext cx="3920401" cy="73790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Enhance system with security features (2FA, encryption) and an analytics dashboard for tracking usage.</a:t>
            </a:r>
            <a:endParaRPr lang="en-IN" sz="1200" dirty="0">
              <a:solidFill>
                <a:schemeClr val="bg1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91B8D05-FB81-0E76-B233-DD4E36DC5A77}"/>
              </a:ext>
            </a:extLst>
          </p:cNvPr>
          <p:cNvGrpSpPr/>
          <p:nvPr/>
        </p:nvGrpSpPr>
        <p:grpSpPr>
          <a:xfrm>
            <a:off x="5186975" y="3875053"/>
            <a:ext cx="1818051" cy="475200"/>
            <a:chOff x="5184728" y="3875053"/>
            <a:chExt cx="1818051" cy="475200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526A4661-30C2-F064-1526-B9F4032E560E}"/>
                </a:ext>
              </a:extLst>
            </p:cNvPr>
            <p:cNvSpPr/>
            <p:nvPr/>
          </p:nvSpPr>
          <p:spPr>
            <a:xfrm>
              <a:off x="5184728" y="3875053"/>
              <a:ext cx="1818051" cy="4752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8631C5"/>
                </a:gs>
                <a:gs pos="41000">
                  <a:srgbClr val="2F8FF9"/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IN" sz="2000" dirty="0"/>
                <a:t>References</a:t>
              </a:r>
            </a:p>
          </p:txBody>
        </p:sp>
        <p:pic>
          <p:nvPicPr>
            <p:cNvPr id="32" name="Graphic 31" descr="Lightbulb with solid fill">
              <a:extLst>
                <a:ext uri="{FF2B5EF4-FFF2-40B4-BE49-F238E27FC236}">
                  <a16:creationId xmlns:a16="http://schemas.microsoft.com/office/drawing/2014/main" id="{8AC06240-99DE-811E-7868-F81E09C1B4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00469" y="3918755"/>
              <a:ext cx="387795" cy="387795"/>
            </a:xfrm>
            <a:prstGeom prst="rect">
              <a:avLst/>
            </a:prstGeom>
          </p:spPr>
        </p:pic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7D3F2E0-526B-0655-A349-EA1DB45AEE7C}"/>
              </a:ext>
            </a:extLst>
          </p:cNvPr>
          <p:cNvSpPr/>
          <p:nvPr/>
        </p:nvSpPr>
        <p:spPr>
          <a:xfrm>
            <a:off x="1445920" y="4576733"/>
            <a:ext cx="3791772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Wingdings" panose="05000000000000000000" pitchFamily="2" charset="2"/>
              <a:buChar char="q"/>
            </a:pPr>
            <a:r>
              <a:rPr lang="fr-FR" sz="1200" dirty="0"/>
              <a:t>Node.js Official Documentation</a:t>
            </a:r>
          </a:p>
          <a:p>
            <a:pPr algn="ctr"/>
            <a:r>
              <a:rPr lang="fr-FR" sz="1200" dirty="0"/>
              <a:t>Avalable at: https://nodejs.org </a:t>
            </a:r>
            <a:endParaRPr lang="en-US" altLang="en-US" sz="1200" dirty="0">
              <a:solidFill>
                <a:schemeClr val="bg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5611C35-1E58-B172-1233-C3688AB4E5E9}"/>
              </a:ext>
            </a:extLst>
          </p:cNvPr>
          <p:cNvSpPr/>
          <p:nvPr/>
        </p:nvSpPr>
        <p:spPr>
          <a:xfrm>
            <a:off x="1445920" y="5373620"/>
            <a:ext cx="3791772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Wingdings" panose="05000000000000000000" pitchFamily="2" charset="2"/>
              <a:buChar char="q"/>
            </a:pPr>
            <a:r>
              <a:rPr lang="en-US" altLang="en-US" sz="1200" dirty="0">
                <a:solidFill>
                  <a:schemeClr val="bg1"/>
                </a:solidFill>
              </a:rPr>
              <a:t>MongoDB Official Documentation</a:t>
            </a:r>
          </a:p>
          <a:p>
            <a:pPr algn="ctr"/>
            <a:r>
              <a:rPr lang="en-US" altLang="en-US" sz="1200" dirty="0">
                <a:solidFill>
                  <a:schemeClr val="bg1"/>
                </a:solidFill>
              </a:rPr>
              <a:t>Available at: https://www.mongodb.com 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CEE311C-2395-F507-36FC-CFAA71858208}"/>
              </a:ext>
            </a:extLst>
          </p:cNvPr>
          <p:cNvSpPr/>
          <p:nvPr/>
        </p:nvSpPr>
        <p:spPr>
          <a:xfrm>
            <a:off x="6954307" y="5365544"/>
            <a:ext cx="3791772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Wingdings" panose="05000000000000000000" pitchFamily="2" charset="2"/>
              <a:buChar char="q"/>
            </a:pPr>
            <a:r>
              <a:rPr lang="en-US" altLang="en-US" sz="1200" dirty="0">
                <a:solidFill>
                  <a:schemeClr val="bg1"/>
                </a:solidFill>
              </a:rPr>
              <a:t>React Official Documentation</a:t>
            </a:r>
          </a:p>
          <a:p>
            <a:pPr algn="ctr"/>
            <a:r>
              <a:rPr lang="en-US" altLang="en-US" sz="1200" dirty="0">
                <a:solidFill>
                  <a:schemeClr val="bg1"/>
                </a:solidFill>
              </a:rPr>
              <a:t>Available at: https://react.dev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7776165-3A64-9042-0E6E-4144D3585DE1}"/>
              </a:ext>
            </a:extLst>
          </p:cNvPr>
          <p:cNvSpPr/>
          <p:nvPr/>
        </p:nvSpPr>
        <p:spPr>
          <a:xfrm>
            <a:off x="6954307" y="4584809"/>
            <a:ext cx="3791772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Wingdings" panose="05000000000000000000" pitchFamily="2" charset="2"/>
              <a:buChar char="q"/>
            </a:pPr>
            <a:r>
              <a:rPr lang="fr-FR" sz="1200" dirty="0"/>
              <a:t>Express.js Documentation</a:t>
            </a:r>
          </a:p>
          <a:p>
            <a:pPr algn="ctr"/>
            <a:r>
              <a:rPr lang="fr-FR" sz="1200" dirty="0"/>
              <a:t>Avalable at: https://expressjs.com </a:t>
            </a:r>
            <a:endParaRPr lang="en-US" altLang="en-US" sz="1200" dirty="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3CA7F80-0856-E5C8-C71A-643C6C368DAF}"/>
              </a:ext>
            </a:extLst>
          </p:cNvPr>
          <p:cNvSpPr/>
          <p:nvPr/>
        </p:nvSpPr>
        <p:spPr>
          <a:xfrm>
            <a:off x="-6249363" y="1091842"/>
            <a:ext cx="6119626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Centralized platform for managing and sharing academic resources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62FE0BF-8E2F-41B9-48C2-FE1C77EF1C0D}"/>
              </a:ext>
            </a:extLst>
          </p:cNvPr>
          <p:cNvSpPr/>
          <p:nvPr/>
        </p:nvSpPr>
        <p:spPr>
          <a:xfrm>
            <a:off x="-6249363" y="2446543"/>
            <a:ext cx="6119626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Easy upload, access, and organization of study materials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CF6E090-DD97-0892-3AEC-9C8EC02DF22C}"/>
              </a:ext>
            </a:extLst>
          </p:cNvPr>
          <p:cNvSpPr/>
          <p:nvPr/>
        </p:nvSpPr>
        <p:spPr>
          <a:xfrm>
            <a:off x="-6249363" y="3809063"/>
            <a:ext cx="6119626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Trending resources to highlight popular study content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D6F3842-A6B1-A0D9-16ED-94A6F73C975C}"/>
              </a:ext>
            </a:extLst>
          </p:cNvPr>
          <p:cNvSpPr/>
          <p:nvPr/>
        </p:nvSpPr>
        <p:spPr>
          <a:xfrm>
            <a:off x="-6249363" y="5165453"/>
            <a:ext cx="6119626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Cloud integration (Cloudinary, Render, Vercel) for accessibility and storage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DDC65CE-93C9-207E-B8E6-CF8A719B877A}"/>
              </a:ext>
            </a:extLst>
          </p:cNvPr>
          <p:cNvSpPr/>
          <p:nvPr/>
        </p:nvSpPr>
        <p:spPr>
          <a:xfrm>
            <a:off x="12312209" y="1764720"/>
            <a:ext cx="6119626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Role-based authentication for secure access (students &amp; teachers)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9AF3139-A726-41BA-229E-C9F69727B671}"/>
              </a:ext>
            </a:extLst>
          </p:cNvPr>
          <p:cNvSpPr/>
          <p:nvPr/>
        </p:nvSpPr>
        <p:spPr>
          <a:xfrm>
            <a:off x="12312209" y="3125989"/>
            <a:ext cx="6119626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Advanced features: search, filtering, bookmarking, and notifications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24BDA3E-2B85-3A31-2B78-5E1A0E9EA996}"/>
              </a:ext>
            </a:extLst>
          </p:cNvPr>
          <p:cNvSpPr/>
          <p:nvPr/>
        </p:nvSpPr>
        <p:spPr>
          <a:xfrm>
            <a:off x="12312209" y="4487258"/>
            <a:ext cx="6119626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Built using modern technologies: Node.js, Express.js, MongoDB, React (Vite)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6C540E-DE77-A951-08F1-5A4842614231}"/>
              </a:ext>
            </a:extLst>
          </p:cNvPr>
          <p:cNvSpPr/>
          <p:nvPr/>
        </p:nvSpPr>
        <p:spPr>
          <a:xfrm>
            <a:off x="12312209" y="5843648"/>
            <a:ext cx="6119626" cy="498326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Improves learning efficiency and replaces traditional unorganized methods </a:t>
            </a:r>
          </a:p>
        </p:txBody>
      </p:sp>
    </p:spTree>
    <p:extLst>
      <p:ext uri="{BB962C8B-B14F-4D97-AF65-F5344CB8AC3E}">
        <p14:creationId xmlns:p14="http://schemas.microsoft.com/office/powerpoint/2010/main" val="246645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1E55D7-FA3D-6B6F-24BD-4030B8E572E8}"/>
              </a:ext>
            </a:extLst>
          </p:cNvPr>
          <p:cNvSpPr/>
          <p:nvPr/>
        </p:nvSpPr>
        <p:spPr>
          <a:xfrm>
            <a:off x="961673" y="975593"/>
            <a:ext cx="6119626" cy="453024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Centralized platform for managing and sharing academic resources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7978B2-A0CB-4B48-6D6F-9F902D7E78C5}"/>
              </a:ext>
            </a:extLst>
          </p:cNvPr>
          <p:cNvSpPr/>
          <p:nvPr/>
        </p:nvSpPr>
        <p:spPr>
          <a:xfrm>
            <a:off x="961673" y="2110369"/>
            <a:ext cx="6119626" cy="453024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Easy upload, access, and organization of study materials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BA5308-A3B4-1AA4-2FB9-F6535F8EFA70}"/>
              </a:ext>
            </a:extLst>
          </p:cNvPr>
          <p:cNvSpPr/>
          <p:nvPr/>
        </p:nvSpPr>
        <p:spPr>
          <a:xfrm>
            <a:off x="961673" y="3229814"/>
            <a:ext cx="6119626" cy="453024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Trending resources to highlight popular study content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30DA6AF-06A5-7AA7-FACB-67531179B866}"/>
              </a:ext>
            </a:extLst>
          </p:cNvPr>
          <p:cNvSpPr/>
          <p:nvPr/>
        </p:nvSpPr>
        <p:spPr>
          <a:xfrm>
            <a:off x="961673" y="4366279"/>
            <a:ext cx="6119626" cy="453024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Cloud integration (Cloudinary, Render, Vercel) for accessibility and storage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94D619C-BCDC-EFF6-5952-BE903E5F7CF4}"/>
              </a:ext>
            </a:extLst>
          </p:cNvPr>
          <p:cNvSpPr/>
          <p:nvPr/>
        </p:nvSpPr>
        <p:spPr>
          <a:xfrm>
            <a:off x="5110702" y="325120"/>
            <a:ext cx="1970597" cy="5227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8631C5"/>
              </a:gs>
              <a:gs pos="41000">
                <a:srgbClr val="2F8FF9"/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/>
              <a:t>Conclusion</a:t>
            </a:r>
          </a:p>
        </p:txBody>
      </p:sp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7180BA48-7C8C-65BD-D348-F0ED48420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67812" y="373192"/>
            <a:ext cx="426575" cy="426575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10935F-7179-A84D-599B-6AF9A150DD3B}"/>
              </a:ext>
            </a:extLst>
          </p:cNvPr>
          <p:cNvSpPr/>
          <p:nvPr/>
        </p:nvSpPr>
        <p:spPr>
          <a:xfrm>
            <a:off x="5228492" y="1532721"/>
            <a:ext cx="6119626" cy="453024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Role-based authentication for secure access (students &amp; teachers)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FF0443-C398-8373-31FE-71DC2489282B}"/>
              </a:ext>
            </a:extLst>
          </p:cNvPr>
          <p:cNvSpPr/>
          <p:nvPr/>
        </p:nvSpPr>
        <p:spPr>
          <a:xfrm>
            <a:off x="5228492" y="2662490"/>
            <a:ext cx="6119626" cy="453024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Advanced features: search, filtering, bookmarking, and notifications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6401F91-7CF4-4099-263C-E1D80EFDF298}"/>
              </a:ext>
            </a:extLst>
          </p:cNvPr>
          <p:cNvSpPr/>
          <p:nvPr/>
        </p:nvSpPr>
        <p:spPr>
          <a:xfrm>
            <a:off x="5228492" y="3792259"/>
            <a:ext cx="6119626" cy="453024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Built using modern technologies: Node.js, Express.js, MongoDB, React (Vite)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DA47B7D-52EB-D2F3-5381-C03EB9BD1438}"/>
              </a:ext>
            </a:extLst>
          </p:cNvPr>
          <p:cNvSpPr/>
          <p:nvPr/>
        </p:nvSpPr>
        <p:spPr>
          <a:xfrm>
            <a:off x="5228492" y="4940299"/>
            <a:ext cx="6119626" cy="453024"/>
          </a:xfrm>
          <a:prstGeom prst="roundRect">
            <a:avLst>
              <a:gd name="adj" fmla="val 50000"/>
            </a:avLst>
          </a:prstGeom>
          <a:solidFill>
            <a:srgbClr val="425166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dirty="0"/>
              <a:t>Improves learning efficiency and replaces traditional unorganized methods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589387-1FC5-0D66-CAE8-0E8DAF963DA2}"/>
              </a:ext>
            </a:extLst>
          </p:cNvPr>
          <p:cNvSpPr txBox="1"/>
          <p:nvPr/>
        </p:nvSpPr>
        <p:spPr>
          <a:xfrm>
            <a:off x="3782396" y="5719007"/>
            <a:ext cx="46272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Franklin Gothic Heavy" panose="020B0903020102020204" pitchFamily="34" charset="0"/>
              </a:rPr>
              <a:t>Thank </a:t>
            </a:r>
            <a:r>
              <a:rPr lang="en-US" sz="4400" b="1" dirty="0">
                <a:solidFill>
                  <a:srgbClr val="00B0F0"/>
                </a:solidFill>
                <a:latin typeface="Franklin Gothic Heavy" panose="020B0903020102020204" pitchFamily="34" charset="0"/>
              </a:rPr>
              <a:t>You</a:t>
            </a:r>
            <a:endParaRPr lang="en-IN" sz="6000" b="1" dirty="0">
              <a:solidFill>
                <a:srgbClr val="00B0F0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335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1387</Words>
  <Application>Microsoft Office PowerPoint</Application>
  <PresentationFormat>Widescreen</PresentationFormat>
  <Paragraphs>382</Paragraphs>
  <Slides>12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Shahane</dc:creator>
  <cp:lastModifiedBy>bhargavkothekar26@gmail.com</cp:lastModifiedBy>
  <cp:revision>5</cp:revision>
  <dcterms:created xsi:type="dcterms:W3CDTF">2026-04-04T12:16:07Z</dcterms:created>
  <dcterms:modified xsi:type="dcterms:W3CDTF">2026-04-06T06:50:17Z</dcterms:modified>
</cp:coreProperties>
</file>